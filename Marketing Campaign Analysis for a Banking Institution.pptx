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2"/>
  </p:notesMasterIdLst>
  <p:sldIdLst>
    <p:sldId id="256" r:id="rId2"/>
    <p:sldId id="259" r:id="rId3"/>
    <p:sldId id="297" r:id="rId4"/>
    <p:sldId id="261" r:id="rId5"/>
    <p:sldId id="298" r:id="rId6"/>
    <p:sldId id="299" r:id="rId7"/>
    <p:sldId id="302" r:id="rId8"/>
    <p:sldId id="303" r:id="rId9"/>
    <p:sldId id="304" r:id="rId10"/>
    <p:sldId id="272" r:id="rId11"/>
  </p:sldIdLst>
  <p:sldSz cx="9144000" cy="5143500" type="screen16x9"/>
  <p:notesSz cx="6858000" cy="9144000"/>
  <p:embeddedFontLst>
    <p:embeddedFont>
      <p:font typeface="Calibri" pitchFamily="34" charset="0"/>
      <p:regular r:id="rId13"/>
      <p:bold r:id="rId14"/>
      <p:italic r:id="rId15"/>
      <p:boldItalic r:id="rId16"/>
    </p:embeddedFont>
    <p:embeddedFont>
      <p:font typeface="Baloo 2 ExtraBold" charset="0"/>
      <p:bold r:id="rId17"/>
    </p:embeddedFont>
    <p:embeddedFont>
      <p:font typeface="DM Sans" charset="0"/>
      <p:regular r:id="rId18"/>
      <p:bold r:id="rId19"/>
      <p:italic r:id="rId20"/>
      <p:boldItalic r:id="rId21"/>
    </p:embeddedFont>
    <p:embeddedFont>
      <p:font typeface="Nunito Light" charset="0"/>
      <p:regular r:id="rId22"/>
      <p: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EF366D3E-39E5-4D8F-AC8E-22B03E45AECF}">
  <a:tblStyle styleId="{EF366D3E-39E5-4D8F-AC8E-22B03E45AEC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AF729A9-FBDA-4CA0-8EFF-1AD467906BC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40" autoAdjust="0"/>
  </p:normalViewPr>
  <p:slideViewPr>
    <p:cSldViewPr snapToGrid="0">
      <p:cViewPr varScale="1">
        <p:scale>
          <a:sx n="96" d="100"/>
          <a:sy n="96" d="100"/>
        </p:scale>
        <p:origin x="-636" y="-9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>
          <a:extLst>
            <a:ext uri="{FF2B5EF4-FFF2-40B4-BE49-F238E27FC236}">
              <a16:creationId xmlns:a16="http://schemas.microsoft.com/office/drawing/2014/main" xmlns="" id="{D9E808CB-3C2B-9B17-5579-2A2D60F82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14072739ea5_12_0:notes">
            <a:extLst>
              <a:ext uri="{FF2B5EF4-FFF2-40B4-BE49-F238E27FC236}">
                <a16:creationId xmlns:a16="http://schemas.microsoft.com/office/drawing/2014/main" xmlns="" id="{EE83FDCD-E85C-DDBB-4063-B26A901490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14072739ea5_12_0:notes">
            <a:extLst>
              <a:ext uri="{FF2B5EF4-FFF2-40B4-BE49-F238E27FC236}">
                <a16:creationId xmlns:a16="http://schemas.microsoft.com/office/drawing/2014/main" xmlns="" id="{BBD88374-CC89-AF0D-3AD3-F1A6E2C1C8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2351062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>
          <a:extLst>
            <a:ext uri="{FF2B5EF4-FFF2-40B4-BE49-F238E27FC236}">
              <a16:creationId xmlns:a16="http://schemas.microsoft.com/office/drawing/2014/main" xmlns="" id="{0C0FA41E-BEEB-A5F8-B9D4-7D6DD3F94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54dda1946d_6_322:notes">
            <a:extLst>
              <a:ext uri="{FF2B5EF4-FFF2-40B4-BE49-F238E27FC236}">
                <a16:creationId xmlns:a16="http://schemas.microsoft.com/office/drawing/2014/main" xmlns="" id="{3C88D29A-2303-700A-52AA-20A0D374B6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54dda1946d_6_322:notes">
            <a:extLst>
              <a:ext uri="{FF2B5EF4-FFF2-40B4-BE49-F238E27FC236}">
                <a16:creationId xmlns:a16="http://schemas.microsoft.com/office/drawing/2014/main" xmlns="" id="{10226DDB-16EE-33A6-8665-61C4A20274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24156179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>
          <a:extLst>
            <a:ext uri="{FF2B5EF4-FFF2-40B4-BE49-F238E27FC236}">
              <a16:creationId xmlns:a16="http://schemas.microsoft.com/office/drawing/2014/main" xmlns="" id="{42C86740-2F95-F2B0-1EFD-0BB76ECBE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54dda1946d_6_322:notes">
            <a:extLst>
              <a:ext uri="{FF2B5EF4-FFF2-40B4-BE49-F238E27FC236}">
                <a16:creationId xmlns:a16="http://schemas.microsoft.com/office/drawing/2014/main" xmlns="" id="{9592EE95-AB19-7A2F-4A7C-1C08B9B506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54dda1946d_6_322:notes">
            <a:extLst>
              <a:ext uri="{FF2B5EF4-FFF2-40B4-BE49-F238E27FC236}">
                <a16:creationId xmlns:a16="http://schemas.microsoft.com/office/drawing/2014/main" xmlns="" id="{DCBB8115-3D7F-5EBC-DB6C-E37D10D572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915286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>
          <a:extLst>
            <a:ext uri="{FF2B5EF4-FFF2-40B4-BE49-F238E27FC236}">
              <a16:creationId xmlns:a16="http://schemas.microsoft.com/office/drawing/2014/main" xmlns="" id="{66475489-56C9-D447-C1D5-80632D1A7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54dda1946d_6_322:notes">
            <a:extLst>
              <a:ext uri="{FF2B5EF4-FFF2-40B4-BE49-F238E27FC236}">
                <a16:creationId xmlns:a16="http://schemas.microsoft.com/office/drawing/2014/main" xmlns="" id="{F927C7AD-F4BA-B385-9978-9384F0221C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54dda1946d_6_322:notes">
            <a:extLst>
              <a:ext uri="{FF2B5EF4-FFF2-40B4-BE49-F238E27FC236}">
                <a16:creationId xmlns:a16="http://schemas.microsoft.com/office/drawing/2014/main" xmlns="" id="{9D467EA1-A320-CF14-6DA2-B8F4E00360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6835296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>
          <a:extLst>
            <a:ext uri="{FF2B5EF4-FFF2-40B4-BE49-F238E27FC236}">
              <a16:creationId xmlns:a16="http://schemas.microsoft.com/office/drawing/2014/main" xmlns="" id="{4D2CC668-59EC-5829-195D-5E65B6DEA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54dda1946d_6_322:notes">
            <a:extLst>
              <a:ext uri="{FF2B5EF4-FFF2-40B4-BE49-F238E27FC236}">
                <a16:creationId xmlns:a16="http://schemas.microsoft.com/office/drawing/2014/main" xmlns="" id="{994475CF-22D3-5541-CD62-4F756B5670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54dda1946d_6_322:notes">
            <a:extLst>
              <a:ext uri="{FF2B5EF4-FFF2-40B4-BE49-F238E27FC236}">
                <a16:creationId xmlns:a16="http://schemas.microsoft.com/office/drawing/2014/main" xmlns="" id="{5070F815-09AA-EE70-C06B-F3EC6F70DB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4155189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>
          <a:extLst>
            <a:ext uri="{FF2B5EF4-FFF2-40B4-BE49-F238E27FC236}">
              <a16:creationId xmlns:a16="http://schemas.microsoft.com/office/drawing/2014/main" xmlns="" id="{FB96DF76-E48D-D630-AF8A-A09EE6F8F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54dda1946d_6_322:notes">
            <a:extLst>
              <a:ext uri="{FF2B5EF4-FFF2-40B4-BE49-F238E27FC236}">
                <a16:creationId xmlns:a16="http://schemas.microsoft.com/office/drawing/2014/main" xmlns="" id="{1D1DBDFF-FFB1-676F-4BC4-672E04953C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54dda1946d_6_322:notes">
            <a:extLst>
              <a:ext uri="{FF2B5EF4-FFF2-40B4-BE49-F238E27FC236}">
                <a16:creationId xmlns:a16="http://schemas.microsoft.com/office/drawing/2014/main" xmlns="" id="{9C65A7C1-390A-D66E-280F-765CCF2619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2914581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54dda1946d_4_2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8" name="Google Shape;1268;g54dda1946d_4_26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644614" y="-2747525"/>
            <a:ext cx="12278718" cy="10475804"/>
            <a:chOff x="-1644614" y="-2747525"/>
            <a:chExt cx="12278718" cy="10475804"/>
          </a:xfrm>
        </p:grpSpPr>
        <p:sp>
          <p:nvSpPr>
            <p:cNvPr id="10" name="Google Shape;10;p2"/>
            <p:cNvSpPr/>
            <p:nvPr/>
          </p:nvSpPr>
          <p:spPr>
            <a:xfrm rot="-2526399">
              <a:off x="5593085" y="3029310"/>
              <a:ext cx="4356710" cy="3718191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 rot="7128784">
              <a:off x="8363688" y="1001192"/>
              <a:ext cx="1703625" cy="1100471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 rot="1490198">
              <a:off x="-1039429" y="-1920903"/>
              <a:ext cx="4803426" cy="3939324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713225" y="2634850"/>
            <a:ext cx="3862500" cy="138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 b="0"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713225" y="3970798"/>
            <a:ext cx="38625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360200" cy="10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7"/>
          <p:cNvSpPr txBox="1">
            <a:spLocks noGrp="1"/>
          </p:cNvSpPr>
          <p:nvPr>
            <p:ph type="subTitle" idx="1"/>
          </p:nvPr>
        </p:nvSpPr>
        <p:spPr>
          <a:xfrm>
            <a:off x="720000" y="1700300"/>
            <a:ext cx="4360200" cy="29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7"/>
          <p:cNvSpPr>
            <a:spLocks noGrp="1"/>
          </p:cNvSpPr>
          <p:nvPr>
            <p:ph type="pic" idx="2"/>
          </p:nvPr>
        </p:nvSpPr>
        <p:spPr>
          <a:xfrm>
            <a:off x="5287787" y="1164750"/>
            <a:ext cx="2702100" cy="3145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131" name="Google Shape;131;p7"/>
          <p:cNvGrpSpPr/>
          <p:nvPr/>
        </p:nvGrpSpPr>
        <p:grpSpPr>
          <a:xfrm>
            <a:off x="-1074892" y="-1954336"/>
            <a:ext cx="11396924" cy="8184515"/>
            <a:chOff x="-1074892" y="-1954336"/>
            <a:chExt cx="11396924" cy="8184515"/>
          </a:xfrm>
        </p:grpSpPr>
        <p:sp>
          <p:nvSpPr>
            <p:cNvPr id="132" name="Google Shape;132;p7"/>
            <p:cNvSpPr/>
            <p:nvPr/>
          </p:nvSpPr>
          <p:spPr>
            <a:xfrm rot="-9487761">
              <a:off x="6881307" y="-1464727"/>
              <a:ext cx="3098926" cy="2433851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7"/>
            <p:cNvSpPr/>
            <p:nvPr/>
          </p:nvSpPr>
          <p:spPr>
            <a:xfrm rot="-9880295" flipH="1">
              <a:off x="-871076" y="4120981"/>
              <a:ext cx="2249342" cy="1844701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" name="Google Shape;134;p7"/>
          <p:cNvGrpSpPr/>
          <p:nvPr/>
        </p:nvGrpSpPr>
        <p:grpSpPr>
          <a:xfrm>
            <a:off x="7702991" y="236579"/>
            <a:ext cx="1713523" cy="1256858"/>
            <a:chOff x="7702991" y="236579"/>
            <a:chExt cx="1713523" cy="1256858"/>
          </a:xfrm>
        </p:grpSpPr>
        <p:grpSp>
          <p:nvGrpSpPr>
            <p:cNvPr id="135" name="Google Shape;135;p7"/>
            <p:cNvGrpSpPr/>
            <p:nvPr/>
          </p:nvGrpSpPr>
          <p:grpSpPr>
            <a:xfrm>
              <a:off x="7702991" y="236579"/>
              <a:ext cx="428274" cy="605851"/>
              <a:chOff x="6000261" y="1225220"/>
              <a:chExt cx="627600" cy="887824"/>
            </a:xfrm>
          </p:grpSpPr>
          <p:sp>
            <p:nvSpPr>
              <p:cNvPr id="136" name="Google Shape;136;p7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7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7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7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7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7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7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7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7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7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9" name="Google Shape;149;p7"/>
            <p:cNvGrpSpPr/>
            <p:nvPr/>
          </p:nvGrpSpPr>
          <p:grpSpPr>
            <a:xfrm rot="-2376894">
              <a:off x="8771628" y="712393"/>
              <a:ext cx="471966" cy="712375"/>
              <a:chOff x="2047101" y="2145599"/>
              <a:chExt cx="407553" cy="615151"/>
            </a:xfrm>
          </p:grpSpPr>
          <p:sp>
            <p:nvSpPr>
              <p:cNvPr id="150" name="Google Shape;150;p7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avLst/>
                <a:gdLst/>
                <a:ahLst/>
                <a:cxnLst/>
                <a:rect l="l" t="t" r="r" b="b"/>
                <a:pathLst>
                  <a:path w="879" h="1325" extrusionOk="0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439" extrusionOk="0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7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7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70" extrusionOk="0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7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248" h="170" extrusionOk="0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7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7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7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7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7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7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7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7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7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7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7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7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7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7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7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6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7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7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7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47" extrusionOk="0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7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7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7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7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7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7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58" extrusionOk="0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0" name="Google Shape;180;p7"/>
          <p:cNvGrpSpPr/>
          <p:nvPr/>
        </p:nvGrpSpPr>
        <p:grpSpPr>
          <a:xfrm>
            <a:off x="90252" y="352520"/>
            <a:ext cx="8548512" cy="4482580"/>
            <a:chOff x="90252" y="352520"/>
            <a:chExt cx="8548512" cy="4482580"/>
          </a:xfrm>
        </p:grpSpPr>
        <p:sp>
          <p:nvSpPr>
            <p:cNvPr id="181" name="Google Shape;181;p7"/>
            <p:cNvSpPr/>
            <p:nvPr/>
          </p:nvSpPr>
          <p:spPr>
            <a:xfrm>
              <a:off x="8312089" y="35252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90252" y="40430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7"/>
            <p:cNvSpPr/>
            <p:nvPr/>
          </p:nvSpPr>
          <p:spPr>
            <a:xfrm>
              <a:off x="416925" y="465295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9"/>
          <p:cNvSpPr txBox="1">
            <a:spLocks noGrp="1"/>
          </p:cNvSpPr>
          <p:nvPr>
            <p:ph type="subTitle" idx="1"/>
          </p:nvPr>
        </p:nvSpPr>
        <p:spPr>
          <a:xfrm>
            <a:off x="4731475" y="1538600"/>
            <a:ext cx="3699300" cy="27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9"/>
          <p:cNvSpPr txBox="1">
            <a:spLocks noGrp="1"/>
          </p:cNvSpPr>
          <p:nvPr>
            <p:ph type="subTitle" idx="2"/>
          </p:nvPr>
        </p:nvSpPr>
        <p:spPr>
          <a:xfrm>
            <a:off x="872400" y="1538600"/>
            <a:ext cx="3699300" cy="27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4" name="Google Shape;194;p9"/>
          <p:cNvGrpSpPr/>
          <p:nvPr/>
        </p:nvGrpSpPr>
        <p:grpSpPr>
          <a:xfrm>
            <a:off x="-1003990" y="-1494873"/>
            <a:ext cx="12202257" cy="9246220"/>
            <a:chOff x="-1003990" y="-1494873"/>
            <a:chExt cx="12202257" cy="9246220"/>
          </a:xfrm>
        </p:grpSpPr>
        <p:sp>
          <p:nvSpPr>
            <p:cNvPr id="195" name="Google Shape;195;p9"/>
            <p:cNvSpPr/>
            <p:nvPr/>
          </p:nvSpPr>
          <p:spPr>
            <a:xfrm rot="-1862678">
              <a:off x="6571680" y="3713484"/>
              <a:ext cx="4091079" cy="3213076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9"/>
            <p:cNvSpPr/>
            <p:nvPr/>
          </p:nvSpPr>
          <p:spPr>
            <a:xfrm rot="-3988337" flipH="1">
              <a:off x="-833999" y="-1017772"/>
              <a:ext cx="2249730" cy="1845020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7" name="Google Shape;197;p9"/>
          <p:cNvGrpSpPr/>
          <p:nvPr/>
        </p:nvGrpSpPr>
        <p:grpSpPr>
          <a:xfrm>
            <a:off x="7726686" y="3223087"/>
            <a:ext cx="1740094" cy="1817570"/>
            <a:chOff x="7726686" y="3223087"/>
            <a:chExt cx="1740094" cy="1817570"/>
          </a:xfrm>
        </p:grpSpPr>
        <p:grpSp>
          <p:nvGrpSpPr>
            <p:cNvPr id="198" name="Google Shape;198;p9"/>
            <p:cNvGrpSpPr/>
            <p:nvPr/>
          </p:nvGrpSpPr>
          <p:grpSpPr>
            <a:xfrm>
              <a:off x="8790410" y="3223087"/>
              <a:ext cx="676370" cy="1142272"/>
              <a:chOff x="2757910" y="1240337"/>
              <a:chExt cx="676370" cy="1142272"/>
            </a:xfrm>
          </p:grpSpPr>
          <p:sp>
            <p:nvSpPr>
              <p:cNvPr id="199" name="Google Shape;199;p9"/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avLst/>
                <a:gdLst/>
                <a:ahLst/>
                <a:cxnLst/>
                <a:rect l="l" t="t" r="r" b="b"/>
                <a:pathLst>
                  <a:path w="774" h="996" extrusionOk="0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9"/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38" extrusionOk="0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9"/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avLst/>
                <a:gdLst/>
                <a:ahLst/>
                <a:cxnLst/>
                <a:rect l="l" t="t" r="r" b="b"/>
                <a:pathLst>
                  <a:path w="369" h="422" extrusionOk="0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9"/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69" extrusionOk="0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9"/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9"/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7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9"/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9"/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avLst/>
                <a:gdLst/>
                <a:ahLst/>
                <a:cxnLst/>
                <a:rect l="l" t="t" r="r" b="b"/>
                <a:pathLst>
                  <a:path w="170" h="87" extrusionOk="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" name="Google Shape;207;p9"/>
            <p:cNvGrpSpPr/>
            <p:nvPr/>
          </p:nvGrpSpPr>
          <p:grpSpPr>
            <a:xfrm>
              <a:off x="7726686" y="4365344"/>
              <a:ext cx="959226" cy="675313"/>
              <a:chOff x="3622711" y="1331469"/>
              <a:chExt cx="959226" cy="675313"/>
            </a:xfrm>
          </p:grpSpPr>
          <p:sp>
            <p:nvSpPr>
              <p:cNvPr id="208" name="Google Shape;208;p9"/>
              <p:cNvSpPr/>
              <p:nvPr/>
            </p:nvSpPr>
            <p:spPr>
              <a:xfrm>
                <a:off x="3622711" y="1331469"/>
                <a:ext cx="959226" cy="675313"/>
              </a:xfrm>
              <a:custGeom>
                <a:avLst/>
                <a:gdLst/>
                <a:ahLst/>
                <a:cxnLst/>
                <a:rect l="l" t="t" r="r" b="b"/>
                <a:pathLst>
                  <a:path w="517" h="365" extrusionOk="0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9"/>
              <p:cNvSpPr/>
              <p:nvPr/>
            </p:nvSpPr>
            <p:spPr>
              <a:xfrm>
                <a:off x="3728165" y="1367972"/>
                <a:ext cx="750345" cy="332586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64" extrusionOk="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9"/>
              <p:cNvSpPr/>
              <p:nvPr/>
            </p:nvSpPr>
            <p:spPr>
              <a:xfrm>
                <a:off x="3963408" y="1513985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9"/>
              <p:cNvSpPr/>
              <p:nvPr/>
            </p:nvSpPr>
            <p:spPr>
              <a:xfrm>
                <a:off x="4083059" y="1597131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9"/>
              <p:cNvSpPr/>
              <p:nvPr/>
            </p:nvSpPr>
            <p:spPr>
              <a:xfrm>
                <a:off x="4208792" y="144503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9"/>
              <p:cNvSpPr/>
              <p:nvPr/>
            </p:nvSpPr>
            <p:spPr>
              <a:xfrm>
                <a:off x="4332497" y="1516013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9"/>
              <p:cNvSpPr/>
              <p:nvPr/>
            </p:nvSpPr>
            <p:spPr>
              <a:xfrm>
                <a:off x="4458231" y="1351748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9"/>
              <p:cNvSpPr/>
              <p:nvPr/>
            </p:nvSpPr>
            <p:spPr>
              <a:xfrm>
                <a:off x="3709914" y="167825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9"/>
              <p:cNvSpPr/>
              <p:nvPr/>
            </p:nvSpPr>
            <p:spPr>
              <a:xfrm>
                <a:off x="3701802" y="1765453"/>
                <a:ext cx="66923" cy="152098"/>
              </a:xfrm>
              <a:custGeom>
                <a:avLst/>
                <a:gdLst/>
                <a:ahLst/>
                <a:cxnLst/>
                <a:rect l="l" t="t" r="r" b="b"/>
                <a:pathLst>
                  <a:path w="36" h="83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9"/>
              <p:cNvSpPr/>
              <p:nvPr/>
            </p:nvSpPr>
            <p:spPr>
              <a:xfrm>
                <a:off x="3825507" y="1694474"/>
                <a:ext cx="66923" cy="223076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1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9"/>
              <p:cNvSpPr/>
              <p:nvPr/>
            </p:nvSpPr>
            <p:spPr>
              <a:xfrm>
                <a:off x="3947185" y="1621467"/>
                <a:ext cx="66923" cy="296083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0" extrusionOk="0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9"/>
              <p:cNvSpPr/>
              <p:nvPr/>
            </p:nvSpPr>
            <p:spPr>
              <a:xfrm>
                <a:off x="4072918" y="1678250"/>
                <a:ext cx="64895" cy="23930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9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9"/>
              <p:cNvSpPr/>
              <p:nvPr/>
            </p:nvSpPr>
            <p:spPr>
              <a:xfrm>
                <a:off x="4196624" y="1548460"/>
                <a:ext cx="66923" cy="369089"/>
              </a:xfrm>
              <a:custGeom>
                <a:avLst/>
                <a:gdLst/>
                <a:ahLst/>
                <a:cxnLst/>
                <a:rect l="l" t="t" r="r" b="b"/>
                <a:pathLst>
                  <a:path w="36" h="199" extrusionOk="0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9"/>
              <p:cNvSpPr/>
              <p:nvPr/>
            </p:nvSpPr>
            <p:spPr>
              <a:xfrm>
                <a:off x="4318302" y="1609299"/>
                <a:ext cx="66923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7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9"/>
              <p:cNvSpPr/>
              <p:nvPr/>
            </p:nvSpPr>
            <p:spPr>
              <a:xfrm>
                <a:off x="4442007" y="1459230"/>
                <a:ext cx="66923" cy="458319"/>
              </a:xfrm>
              <a:custGeom>
                <a:avLst/>
                <a:gdLst/>
                <a:ahLst/>
                <a:cxnLst/>
                <a:rect l="l" t="t" r="r" b="b"/>
                <a:pathLst>
                  <a:path w="36" h="248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3" name="Google Shape;223;p9"/>
          <p:cNvGrpSpPr/>
          <p:nvPr/>
        </p:nvGrpSpPr>
        <p:grpSpPr>
          <a:xfrm>
            <a:off x="184075" y="23395"/>
            <a:ext cx="8461726" cy="4179175"/>
            <a:chOff x="184075" y="23395"/>
            <a:chExt cx="8461726" cy="4179175"/>
          </a:xfrm>
        </p:grpSpPr>
        <p:sp>
          <p:nvSpPr>
            <p:cNvPr id="224" name="Google Shape;224;p9"/>
            <p:cNvSpPr/>
            <p:nvPr/>
          </p:nvSpPr>
          <p:spPr>
            <a:xfrm>
              <a:off x="8319127" y="388017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9"/>
            <p:cNvSpPr/>
            <p:nvPr/>
          </p:nvSpPr>
          <p:spPr>
            <a:xfrm>
              <a:off x="614752" y="233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9"/>
            <p:cNvSpPr/>
            <p:nvPr/>
          </p:nvSpPr>
          <p:spPr>
            <a:xfrm>
              <a:off x="184075" y="49215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31" name="Google Shape;431;p19"/>
          <p:cNvGrpSpPr/>
          <p:nvPr/>
        </p:nvGrpSpPr>
        <p:grpSpPr>
          <a:xfrm>
            <a:off x="-2180385" y="-2351677"/>
            <a:ext cx="12725618" cy="9332031"/>
            <a:chOff x="-2180385" y="-2351677"/>
            <a:chExt cx="12725618" cy="9332031"/>
          </a:xfrm>
        </p:grpSpPr>
        <p:sp>
          <p:nvSpPr>
            <p:cNvPr id="432" name="Google Shape;432;p19"/>
            <p:cNvSpPr/>
            <p:nvPr/>
          </p:nvSpPr>
          <p:spPr>
            <a:xfrm rot="3702647">
              <a:off x="-1898200" y="-1554774"/>
              <a:ext cx="3409976" cy="2678147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19"/>
            <p:cNvSpPr/>
            <p:nvPr/>
          </p:nvSpPr>
          <p:spPr>
            <a:xfrm rot="6417430" flipH="1">
              <a:off x="7465596" y="3990147"/>
              <a:ext cx="2966740" cy="2433045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4" name="Google Shape;434;p19"/>
          <p:cNvGrpSpPr/>
          <p:nvPr/>
        </p:nvGrpSpPr>
        <p:grpSpPr>
          <a:xfrm>
            <a:off x="202002" y="232075"/>
            <a:ext cx="8988910" cy="4783030"/>
            <a:chOff x="202002" y="232075"/>
            <a:chExt cx="8988910" cy="4783030"/>
          </a:xfrm>
        </p:grpSpPr>
        <p:grpSp>
          <p:nvGrpSpPr>
            <p:cNvPr id="435" name="Google Shape;435;p19"/>
            <p:cNvGrpSpPr/>
            <p:nvPr/>
          </p:nvGrpSpPr>
          <p:grpSpPr>
            <a:xfrm flipH="1">
              <a:off x="8602421" y="3830071"/>
              <a:ext cx="588491" cy="951052"/>
              <a:chOff x="1062996" y="1340396"/>
              <a:chExt cx="588491" cy="951052"/>
            </a:xfrm>
          </p:grpSpPr>
          <p:sp>
            <p:nvSpPr>
              <p:cNvPr id="436" name="Google Shape;436;p19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19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9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19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19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19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2" name="Google Shape;442;p19"/>
            <p:cNvGrpSpPr/>
            <p:nvPr/>
          </p:nvGrpSpPr>
          <p:grpSpPr>
            <a:xfrm>
              <a:off x="202002" y="232075"/>
              <a:ext cx="8555437" cy="4783030"/>
              <a:chOff x="202002" y="232075"/>
              <a:chExt cx="8555437" cy="4783030"/>
            </a:xfrm>
          </p:grpSpPr>
          <p:sp>
            <p:nvSpPr>
              <p:cNvPr id="443" name="Google Shape;443;p19"/>
              <p:cNvSpPr/>
              <p:nvPr/>
            </p:nvSpPr>
            <p:spPr>
              <a:xfrm>
                <a:off x="8430764" y="3951070"/>
                <a:ext cx="326675" cy="32240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19"/>
              <p:cNvSpPr/>
              <p:nvPr/>
            </p:nvSpPr>
            <p:spPr>
              <a:xfrm>
                <a:off x="202002" y="805845"/>
                <a:ext cx="326675" cy="32240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19"/>
              <p:cNvSpPr/>
              <p:nvPr/>
            </p:nvSpPr>
            <p:spPr>
              <a:xfrm>
                <a:off x="528663" y="232075"/>
                <a:ext cx="184575" cy="18215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46" name="Google Shape;446;p19"/>
              <p:cNvGrpSpPr/>
              <p:nvPr/>
            </p:nvGrpSpPr>
            <p:grpSpPr>
              <a:xfrm>
                <a:off x="7775189" y="4529478"/>
                <a:ext cx="751918" cy="485627"/>
                <a:chOff x="2436192" y="2730596"/>
                <a:chExt cx="924300" cy="596960"/>
              </a:xfrm>
            </p:grpSpPr>
            <p:sp>
              <p:nvSpPr>
                <p:cNvPr id="447" name="Google Shape;447;p19"/>
                <p:cNvSpPr/>
                <p:nvPr/>
              </p:nvSpPr>
              <p:spPr>
                <a:xfrm>
                  <a:off x="2436192" y="2786955"/>
                  <a:ext cx="924300" cy="5406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" name="Google Shape;448;p19"/>
                <p:cNvSpPr/>
                <p:nvPr/>
              </p:nvSpPr>
              <p:spPr>
                <a:xfrm>
                  <a:off x="2436192" y="2730596"/>
                  <a:ext cx="924297" cy="56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2" h="153" extrusionOk="0">
                      <a:moveTo>
                        <a:pt x="2512" y="73"/>
                      </a:moveTo>
                      <a:cubicBezTo>
                        <a:pt x="2512" y="153"/>
                        <a:pt x="2512" y="153"/>
                        <a:pt x="2512" y="153"/>
                      </a:cubicBezTo>
                      <a:cubicBezTo>
                        <a:pt x="0" y="153"/>
                        <a:pt x="0" y="153"/>
                        <a:pt x="0" y="153"/>
                      </a:cubicBezTo>
                      <a:cubicBezTo>
                        <a:pt x="0" y="73"/>
                        <a:pt x="0" y="73"/>
                        <a:pt x="0" y="73"/>
                      </a:cubicBezTo>
                      <a:cubicBezTo>
                        <a:pt x="0" y="33"/>
                        <a:pt x="32" y="0"/>
                        <a:pt x="72" y="0"/>
                      </a:cubicBezTo>
                      <a:cubicBezTo>
                        <a:pt x="2440" y="0"/>
                        <a:pt x="2440" y="0"/>
                        <a:pt x="2440" y="0"/>
                      </a:cubicBezTo>
                      <a:cubicBezTo>
                        <a:pt x="2480" y="0"/>
                        <a:pt x="2512" y="33"/>
                        <a:pt x="2512" y="7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9" name="Google Shape;449;p19"/>
                <p:cNvSpPr/>
                <p:nvPr/>
              </p:nvSpPr>
              <p:spPr>
                <a:xfrm>
                  <a:off x="2461152" y="2745893"/>
                  <a:ext cx="25800" cy="2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0" name="Google Shape;450;p19"/>
                <p:cNvSpPr/>
                <p:nvPr/>
              </p:nvSpPr>
              <p:spPr>
                <a:xfrm>
                  <a:off x="2500603" y="2745893"/>
                  <a:ext cx="26100" cy="2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" name="Google Shape;451;p19"/>
                <p:cNvSpPr/>
                <p:nvPr/>
              </p:nvSpPr>
              <p:spPr>
                <a:xfrm>
                  <a:off x="2540860" y="2745893"/>
                  <a:ext cx="25800" cy="2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" name="Google Shape;452;p19"/>
                <p:cNvSpPr/>
                <p:nvPr/>
              </p:nvSpPr>
              <p:spPr>
                <a:xfrm>
                  <a:off x="2481682" y="2858210"/>
                  <a:ext cx="833700" cy="33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" name="Google Shape;453;p19"/>
                <p:cNvSpPr/>
                <p:nvPr/>
              </p:nvSpPr>
              <p:spPr>
                <a:xfrm>
                  <a:off x="2481682" y="2943152"/>
                  <a:ext cx="833700" cy="33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4" name="Google Shape;454;p19"/>
                <p:cNvSpPr/>
                <p:nvPr/>
              </p:nvSpPr>
              <p:spPr>
                <a:xfrm>
                  <a:off x="2481682" y="3028497"/>
                  <a:ext cx="833700" cy="27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5" name="Google Shape;455;p19"/>
                <p:cNvSpPr/>
                <p:nvPr/>
              </p:nvSpPr>
              <p:spPr>
                <a:xfrm>
                  <a:off x="2481682" y="3113439"/>
                  <a:ext cx="833700" cy="27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6" name="Google Shape;456;p19"/>
                <p:cNvSpPr/>
                <p:nvPr/>
              </p:nvSpPr>
              <p:spPr>
                <a:xfrm>
                  <a:off x="2481682" y="2898467"/>
                  <a:ext cx="833718" cy="392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6" h="1067" extrusionOk="0">
                      <a:moveTo>
                        <a:pt x="0" y="232"/>
                      </a:moveTo>
                      <a:cubicBezTo>
                        <a:pt x="137" y="97"/>
                        <a:pt x="137" y="97"/>
                        <a:pt x="137" y="97"/>
                      </a:cubicBezTo>
                      <a:cubicBezTo>
                        <a:pt x="226" y="9"/>
                        <a:pt x="367" y="0"/>
                        <a:pt x="466" y="76"/>
                      </a:cubicBezTo>
                      <a:cubicBezTo>
                        <a:pt x="852" y="371"/>
                        <a:pt x="852" y="371"/>
                        <a:pt x="852" y="371"/>
                      </a:cubicBezTo>
                      <a:cubicBezTo>
                        <a:pt x="949" y="446"/>
                        <a:pt x="1085" y="440"/>
                        <a:pt x="1174" y="357"/>
                      </a:cubicBezTo>
                      <a:cubicBezTo>
                        <a:pt x="1235" y="302"/>
                        <a:pt x="1235" y="302"/>
                        <a:pt x="1235" y="302"/>
                      </a:cubicBezTo>
                      <a:cubicBezTo>
                        <a:pt x="1308" y="235"/>
                        <a:pt x="1413" y="217"/>
                        <a:pt x="1504" y="256"/>
                      </a:cubicBezTo>
                      <a:cubicBezTo>
                        <a:pt x="2266" y="584"/>
                        <a:pt x="2266" y="584"/>
                        <a:pt x="2266" y="584"/>
                      </a:cubicBezTo>
                      <a:cubicBezTo>
                        <a:pt x="2266" y="1067"/>
                        <a:pt x="2266" y="1067"/>
                        <a:pt x="2266" y="1067"/>
                      </a:cubicBezTo>
                      <a:cubicBezTo>
                        <a:pt x="0" y="1067"/>
                        <a:pt x="0" y="1067"/>
                        <a:pt x="0" y="1067"/>
                      </a:cubicBezTo>
                      <a:lnTo>
                        <a:pt x="0" y="23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7" name="Google Shape;457;p19"/>
                <p:cNvSpPr/>
                <p:nvPr/>
              </p:nvSpPr>
              <p:spPr>
                <a:xfrm>
                  <a:off x="2481682" y="2914972"/>
                  <a:ext cx="833718" cy="376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6" h="1022" extrusionOk="0">
                      <a:moveTo>
                        <a:pt x="0" y="1022"/>
                      </a:moveTo>
                      <a:cubicBezTo>
                        <a:pt x="371" y="590"/>
                        <a:pt x="371" y="590"/>
                        <a:pt x="371" y="590"/>
                      </a:cubicBezTo>
                      <a:cubicBezTo>
                        <a:pt x="468" y="477"/>
                        <a:pt x="643" y="473"/>
                        <a:pt x="745" y="582"/>
                      </a:cubicBezTo>
                      <a:cubicBezTo>
                        <a:pt x="840" y="683"/>
                        <a:pt x="998" y="688"/>
                        <a:pt x="1100" y="594"/>
                      </a:cubicBezTo>
                      <a:cubicBezTo>
                        <a:pt x="1634" y="99"/>
                        <a:pt x="1634" y="99"/>
                        <a:pt x="1634" y="99"/>
                      </a:cubicBezTo>
                      <a:cubicBezTo>
                        <a:pt x="1741" y="0"/>
                        <a:pt x="1909" y="12"/>
                        <a:pt x="2001" y="125"/>
                      </a:cubicBezTo>
                      <a:cubicBezTo>
                        <a:pt x="2266" y="453"/>
                        <a:pt x="2266" y="453"/>
                        <a:pt x="2266" y="453"/>
                      </a:cubicBezTo>
                      <a:cubicBezTo>
                        <a:pt x="2266" y="1022"/>
                        <a:pt x="2266" y="1022"/>
                        <a:pt x="2266" y="1022"/>
                      </a:cubicBezTo>
                      <a:lnTo>
                        <a:pt x="0" y="1022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22"/>
          <p:cNvGrpSpPr/>
          <p:nvPr/>
        </p:nvGrpSpPr>
        <p:grpSpPr>
          <a:xfrm>
            <a:off x="-2106233" y="-952769"/>
            <a:ext cx="12545486" cy="8509944"/>
            <a:chOff x="-2106233" y="-952769"/>
            <a:chExt cx="12545486" cy="8509944"/>
          </a:xfrm>
        </p:grpSpPr>
        <p:sp>
          <p:nvSpPr>
            <p:cNvPr id="511" name="Google Shape;511;p22"/>
            <p:cNvSpPr/>
            <p:nvPr/>
          </p:nvSpPr>
          <p:spPr>
            <a:xfrm rot="7341459" flipH="1">
              <a:off x="-1767562" y="4061175"/>
              <a:ext cx="3409980" cy="2678150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22"/>
            <p:cNvSpPr/>
            <p:nvPr/>
          </p:nvSpPr>
          <p:spPr>
            <a:xfrm rot="10245665">
              <a:off x="8058163" y="-784291"/>
              <a:ext cx="2247692" cy="1843349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3" name="Google Shape;513;p22"/>
          <p:cNvGrpSpPr/>
          <p:nvPr/>
        </p:nvGrpSpPr>
        <p:grpSpPr>
          <a:xfrm>
            <a:off x="1087005" y="172450"/>
            <a:ext cx="7905012" cy="4753945"/>
            <a:chOff x="1087005" y="172450"/>
            <a:chExt cx="7905012" cy="4753945"/>
          </a:xfrm>
        </p:grpSpPr>
        <p:sp>
          <p:nvSpPr>
            <p:cNvPr id="514" name="Google Shape;514;p22"/>
            <p:cNvSpPr/>
            <p:nvPr/>
          </p:nvSpPr>
          <p:spPr>
            <a:xfrm flipH="1">
              <a:off x="1087005" y="46039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22"/>
            <p:cNvSpPr/>
            <p:nvPr/>
          </p:nvSpPr>
          <p:spPr>
            <a:xfrm flipH="1">
              <a:off x="8665343" y="7704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22"/>
            <p:cNvSpPr/>
            <p:nvPr/>
          </p:nvSpPr>
          <p:spPr>
            <a:xfrm flipH="1">
              <a:off x="8430782" y="17245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7" name="Google Shape;517;p22"/>
          <p:cNvGrpSpPr/>
          <p:nvPr/>
        </p:nvGrpSpPr>
        <p:grpSpPr>
          <a:xfrm>
            <a:off x="-335165" y="3759862"/>
            <a:ext cx="1253120" cy="1142272"/>
            <a:chOff x="-335165" y="3759862"/>
            <a:chExt cx="1253120" cy="1142272"/>
          </a:xfrm>
        </p:grpSpPr>
        <p:grpSp>
          <p:nvGrpSpPr>
            <p:cNvPr id="518" name="Google Shape;518;p22"/>
            <p:cNvGrpSpPr/>
            <p:nvPr/>
          </p:nvGrpSpPr>
          <p:grpSpPr>
            <a:xfrm flipH="1">
              <a:off x="510249" y="4497559"/>
              <a:ext cx="407706" cy="388498"/>
              <a:chOff x="2884583" y="645291"/>
              <a:chExt cx="285089" cy="271696"/>
            </a:xfrm>
          </p:grpSpPr>
          <p:sp>
            <p:nvSpPr>
              <p:cNvPr id="519" name="Google Shape;519;p22"/>
              <p:cNvSpPr/>
              <p:nvPr/>
            </p:nvSpPr>
            <p:spPr>
              <a:xfrm>
                <a:off x="2905629" y="652944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22"/>
              <p:cNvSpPr/>
              <p:nvPr/>
            </p:nvSpPr>
            <p:spPr>
              <a:xfrm>
                <a:off x="2884583" y="645291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1" name="Google Shape;521;p22"/>
            <p:cNvGrpSpPr/>
            <p:nvPr/>
          </p:nvGrpSpPr>
          <p:grpSpPr>
            <a:xfrm>
              <a:off x="-335165" y="3759862"/>
              <a:ext cx="676370" cy="1142272"/>
              <a:chOff x="2757910" y="1240337"/>
              <a:chExt cx="676370" cy="1142272"/>
            </a:xfrm>
          </p:grpSpPr>
          <p:sp>
            <p:nvSpPr>
              <p:cNvPr id="522" name="Google Shape;522;p22"/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avLst/>
                <a:gdLst/>
                <a:ahLst/>
                <a:cxnLst/>
                <a:rect l="l" t="t" r="r" b="b"/>
                <a:pathLst>
                  <a:path w="774" h="996" extrusionOk="0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22"/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38" extrusionOk="0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22"/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avLst/>
                <a:gdLst/>
                <a:ahLst/>
                <a:cxnLst/>
                <a:rect l="l" t="t" r="r" b="b"/>
                <a:pathLst>
                  <a:path w="369" h="422" extrusionOk="0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22"/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69" extrusionOk="0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22"/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22"/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7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p22"/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22"/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avLst/>
                <a:gdLst/>
                <a:ahLst/>
                <a:cxnLst/>
                <a:rect l="l" t="t" r="r" b="b"/>
                <a:pathLst>
                  <a:path w="170" h="87" extrusionOk="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1" name="Google Shape;531;p23"/>
          <p:cNvGrpSpPr/>
          <p:nvPr/>
        </p:nvGrpSpPr>
        <p:grpSpPr>
          <a:xfrm>
            <a:off x="-2000071" y="-3048428"/>
            <a:ext cx="12973783" cy="11115125"/>
            <a:chOff x="-2000071" y="-3048428"/>
            <a:chExt cx="12973783" cy="11115125"/>
          </a:xfrm>
        </p:grpSpPr>
        <p:sp>
          <p:nvSpPr>
            <p:cNvPr id="532" name="Google Shape;532;p23"/>
            <p:cNvSpPr/>
            <p:nvPr/>
          </p:nvSpPr>
          <p:spPr>
            <a:xfrm rot="-8306489">
              <a:off x="-1505843" y="3814578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23"/>
            <p:cNvSpPr/>
            <p:nvPr/>
          </p:nvSpPr>
          <p:spPr>
            <a:xfrm rot="-2526298">
              <a:off x="3963480" y="-2324949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23"/>
            <p:cNvSpPr/>
            <p:nvPr/>
          </p:nvSpPr>
          <p:spPr>
            <a:xfrm rot="7128936">
              <a:off x="4994086" y="2541069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5" name="Google Shape;535;p23"/>
          <p:cNvGrpSpPr/>
          <p:nvPr/>
        </p:nvGrpSpPr>
        <p:grpSpPr>
          <a:xfrm>
            <a:off x="4039126" y="812484"/>
            <a:ext cx="4161347" cy="3655602"/>
            <a:chOff x="3840701" y="713259"/>
            <a:chExt cx="4161347" cy="3655602"/>
          </a:xfrm>
        </p:grpSpPr>
        <p:grpSp>
          <p:nvGrpSpPr>
            <p:cNvPr id="536" name="Google Shape;536;p23"/>
            <p:cNvGrpSpPr/>
            <p:nvPr/>
          </p:nvGrpSpPr>
          <p:grpSpPr>
            <a:xfrm>
              <a:off x="4501506" y="1401751"/>
              <a:ext cx="2461134" cy="1589525"/>
              <a:chOff x="2436192" y="2730596"/>
              <a:chExt cx="924300" cy="596960"/>
            </a:xfrm>
          </p:grpSpPr>
          <p:sp>
            <p:nvSpPr>
              <p:cNvPr id="537" name="Google Shape;537;p23"/>
              <p:cNvSpPr/>
              <p:nvPr/>
            </p:nvSpPr>
            <p:spPr>
              <a:xfrm>
                <a:off x="2436192" y="2786955"/>
                <a:ext cx="924300" cy="540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23"/>
              <p:cNvSpPr/>
              <p:nvPr/>
            </p:nvSpPr>
            <p:spPr>
              <a:xfrm>
                <a:off x="2436192" y="2730596"/>
                <a:ext cx="924297" cy="56360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23"/>
              <p:cNvSpPr/>
              <p:nvPr/>
            </p:nvSpPr>
            <p:spPr>
              <a:xfrm>
                <a:off x="2461152" y="2745893"/>
                <a:ext cx="258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23"/>
              <p:cNvSpPr/>
              <p:nvPr/>
            </p:nvSpPr>
            <p:spPr>
              <a:xfrm>
                <a:off x="2500603" y="2745893"/>
                <a:ext cx="261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23"/>
              <p:cNvSpPr/>
              <p:nvPr/>
            </p:nvSpPr>
            <p:spPr>
              <a:xfrm>
                <a:off x="2540860" y="2745893"/>
                <a:ext cx="258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23"/>
              <p:cNvSpPr/>
              <p:nvPr/>
            </p:nvSpPr>
            <p:spPr>
              <a:xfrm>
                <a:off x="2481682" y="2858210"/>
                <a:ext cx="833700" cy="3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p23"/>
              <p:cNvSpPr/>
              <p:nvPr/>
            </p:nvSpPr>
            <p:spPr>
              <a:xfrm>
                <a:off x="2481682" y="2943152"/>
                <a:ext cx="833700" cy="3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23"/>
              <p:cNvSpPr/>
              <p:nvPr/>
            </p:nvSpPr>
            <p:spPr>
              <a:xfrm>
                <a:off x="2481682" y="3028497"/>
                <a:ext cx="833700" cy="2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23"/>
              <p:cNvSpPr/>
              <p:nvPr/>
            </p:nvSpPr>
            <p:spPr>
              <a:xfrm>
                <a:off x="2481682" y="3113439"/>
                <a:ext cx="833700" cy="2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23"/>
              <p:cNvSpPr/>
              <p:nvPr/>
            </p:nvSpPr>
            <p:spPr>
              <a:xfrm>
                <a:off x="2481682" y="2898467"/>
                <a:ext cx="833718" cy="392507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" name="Google Shape;547;p23"/>
              <p:cNvSpPr/>
              <p:nvPr/>
            </p:nvSpPr>
            <p:spPr>
              <a:xfrm>
                <a:off x="2481682" y="2914972"/>
                <a:ext cx="833718" cy="376001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8" name="Google Shape;548;p23"/>
            <p:cNvGrpSpPr/>
            <p:nvPr/>
          </p:nvGrpSpPr>
          <p:grpSpPr>
            <a:xfrm>
              <a:off x="6621346" y="1957399"/>
              <a:ext cx="1380702" cy="2411461"/>
              <a:chOff x="6502296" y="1615124"/>
              <a:chExt cx="1380702" cy="2411461"/>
            </a:xfrm>
          </p:grpSpPr>
          <p:sp>
            <p:nvSpPr>
              <p:cNvPr id="549" name="Google Shape;549;p23"/>
              <p:cNvSpPr/>
              <p:nvPr/>
            </p:nvSpPr>
            <p:spPr>
              <a:xfrm>
                <a:off x="6990675" y="1711100"/>
                <a:ext cx="396300" cy="486450"/>
              </a:xfrm>
              <a:custGeom>
                <a:avLst/>
                <a:gdLst/>
                <a:ahLst/>
                <a:cxnLst/>
                <a:rect l="l" t="t" r="r" b="b"/>
                <a:pathLst>
                  <a:path w="15852" h="19458" extrusionOk="0">
                    <a:moveTo>
                      <a:pt x="0" y="5579"/>
                    </a:moveTo>
                    <a:lnTo>
                      <a:pt x="1701" y="19458"/>
                    </a:lnTo>
                    <a:lnTo>
                      <a:pt x="15852" y="16941"/>
                    </a:lnTo>
                    <a:lnTo>
                      <a:pt x="12314" y="2177"/>
                    </a:lnTo>
                    <a:lnTo>
                      <a:pt x="571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550" name="Google Shape;550;p23"/>
              <p:cNvSpPr/>
              <p:nvPr/>
            </p:nvSpPr>
            <p:spPr>
              <a:xfrm>
                <a:off x="6934616" y="1685929"/>
                <a:ext cx="451384" cy="297518"/>
              </a:xfrm>
              <a:custGeom>
                <a:avLst/>
                <a:gdLst/>
                <a:ahLst/>
                <a:cxnLst/>
                <a:rect l="l" t="t" r="r" b="b"/>
                <a:pathLst>
                  <a:path w="506" h="334" extrusionOk="0">
                    <a:moveTo>
                      <a:pt x="258" y="0"/>
                    </a:moveTo>
                    <a:cubicBezTo>
                      <a:pt x="376" y="15"/>
                      <a:pt x="376" y="15"/>
                      <a:pt x="376" y="15"/>
                    </a:cubicBezTo>
                    <a:cubicBezTo>
                      <a:pt x="376" y="15"/>
                      <a:pt x="506" y="234"/>
                      <a:pt x="312" y="313"/>
                    </a:cubicBezTo>
                    <a:cubicBezTo>
                      <a:pt x="308" y="321"/>
                      <a:pt x="249" y="334"/>
                      <a:pt x="216" y="329"/>
                    </a:cubicBezTo>
                    <a:cubicBezTo>
                      <a:pt x="0" y="309"/>
                      <a:pt x="65" y="107"/>
                      <a:pt x="92" y="17"/>
                    </a:cubicBezTo>
                    <a:cubicBezTo>
                      <a:pt x="258" y="0"/>
                      <a:pt x="258" y="0"/>
                      <a:pt x="25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23"/>
              <p:cNvSpPr/>
              <p:nvPr/>
            </p:nvSpPr>
            <p:spPr>
              <a:xfrm>
                <a:off x="6888321" y="2511763"/>
                <a:ext cx="815622" cy="1284027"/>
              </a:xfrm>
              <a:custGeom>
                <a:avLst/>
                <a:gdLst/>
                <a:ahLst/>
                <a:cxnLst/>
                <a:rect l="l" t="t" r="r" b="b"/>
                <a:pathLst>
                  <a:path w="914" h="1439" extrusionOk="0">
                    <a:moveTo>
                      <a:pt x="7" y="256"/>
                    </a:moveTo>
                    <a:cubicBezTo>
                      <a:pt x="8" y="267"/>
                      <a:pt x="10" y="286"/>
                      <a:pt x="14" y="313"/>
                    </a:cubicBezTo>
                    <a:cubicBezTo>
                      <a:pt x="49" y="572"/>
                      <a:pt x="205" y="1439"/>
                      <a:pt x="205" y="1439"/>
                    </a:cubicBezTo>
                    <a:cubicBezTo>
                      <a:pt x="357" y="1439"/>
                      <a:pt x="357" y="1439"/>
                      <a:pt x="357" y="1439"/>
                    </a:cubicBezTo>
                    <a:cubicBezTo>
                      <a:pt x="307" y="363"/>
                      <a:pt x="307" y="363"/>
                      <a:pt x="307" y="363"/>
                    </a:cubicBezTo>
                    <a:cubicBezTo>
                      <a:pt x="304" y="298"/>
                      <a:pt x="304" y="298"/>
                      <a:pt x="304" y="298"/>
                    </a:cubicBezTo>
                    <a:cubicBezTo>
                      <a:pt x="328" y="363"/>
                      <a:pt x="328" y="363"/>
                      <a:pt x="328" y="363"/>
                    </a:cubicBezTo>
                    <a:cubicBezTo>
                      <a:pt x="755" y="1439"/>
                      <a:pt x="755" y="1439"/>
                      <a:pt x="755" y="1439"/>
                    </a:cubicBezTo>
                    <a:cubicBezTo>
                      <a:pt x="914" y="1439"/>
                      <a:pt x="914" y="1439"/>
                      <a:pt x="914" y="1439"/>
                    </a:cubicBezTo>
                    <a:cubicBezTo>
                      <a:pt x="914" y="1439"/>
                      <a:pt x="631" y="394"/>
                      <a:pt x="580" y="208"/>
                    </a:cubicBezTo>
                    <a:cubicBezTo>
                      <a:pt x="577" y="199"/>
                      <a:pt x="575" y="193"/>
                      <a:pt x="574" y="188"/>
                    </a:cubicBezTo>
                    <a:cubicBezTo>
                      <a:pt x="545" y="90"/>
                      <a:pt x="484" y="5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23"/>
              <p:cNvSpPr/>
              <p:nvPr/>
            </p:nvSpPr>
            <p:spPr>
              <a:xfrm>
                <a:off x="6942105" y="1981405"/>
                <a:ext cx="425511" cy="571206"/>
              </a:xfrm>
              <a:custGeom>
                <a:avLst/>
                <a:gdLst/>
                <a:ahLst/>
                <a:cxnLst/>
                <a:rect l="l" t="t" r="r" b="b"/>
                <a:pathLst>
                  <a:path w="477" h="641" extrusionOk="0">
                    <a:moveTo>
                      <a:pt x="0" y="63"/>
                    </a:move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5"/>
                      <a:pt x="27" y="316"/>
                    </a:cubicBezTo>
                    <a:cubicBezTo>
                      <a:pt x="27" y="317"/>
                      <a:pt x="27" y="318"/>
                      <a:pt x="28" y="320"/>
                    </a:cubicBezTo>
                    <a:cubicBezTo>
                      <a:pt x="28" y="327"/>
                      <a:pt x="30" y="341"/>
                      <a:pt x="31" y="353"/>
                    </a:cubicBezTo>
                    <a:cubicBezTo>
                      <a:pt x="32" y="362"/>
                      <a:pt x="32" y="362"/>
                      <a:pt x="32" y="362"/>
                    </a:cubicBezTo>
                    <a:cubicBezTo>
                      <a:pt x="32" y="362"/>
                      <a:pt x="32" y="363"/>
                      <a:pt x="32" y="364"/>
                    </a:cubicBezTo>
                    <a:cubicBezTo>
                      <a:pt x="33" y="369"/>
                      <a:pt x="33" y="369"/>
                      <a:pt x="33" y="369"/>
                    </a:cubicBezTo>
                    <a:cubicBezTo>
                      <a:pt x="33" y="371"/>
                      <a:pt x="33" y="373"/>
                      <a:pt x="34" y="375"/>
                    </a:cubicBezTo>
                    <a:cubicBezTo>
                      <a:pt x="34" y="379"/>
                      <a:pt x="34" y="379"/>
                      <a:pt x="34" y="379"/>
                    </a:cubicBezTo>
                    <a:cubicBezTo>
                      <a:pt x="34" y="380"/>
                      <a:pt x="34" y="380"/>
                      <a:pt x="34" y="380"/>
                    </a:cubicBezTo>
                    <a:cubicBezTo>
                      <a:pt x="35" y="386"/>
                      <a:pt x="41" y="442"/>
                      <a:pt x="41" y="442"/>
                    </a:cubicBezTo>
                    <a:cubicBezTo>
                      <a:pt x="28" y="595"/>
                      <a:pt x="28" y="595"/>
                      <a:pt x="28" y="595"/>
                    </a:cubicBezTo>
                    <a:cubicBezTo>
                      <a:pt x="234" y="641"/>
                      <a:pt x="234" y="641"/>
                      <a:pt x="234" y="641"/>
                    </a:cubicBezTo>
                    <a:cubicBezTo>
                      <a:pt x="420" y="595"/>
                      <a:pt x="420" y="595"/>
                      <a:pt x="420" y="595"/>
                    </a:cubicBezTo>
                    <a:cubicBezTo>
                      <a:pt x="420" y="455"/>
                      <a:pt x="420" y="455"/>
                      <a:pt x="420" y="455"/>
                    </a:cubicBezTo>
                    <a:cubicBezTo>
                      <a:pt x="420" y="451"/>
                      <a:pt x="420" y="451"/>
                      <a:pt x="420" y="451"/>
                    </a:cubicBezTo>
                    <a:cubicBezTo>
                      <a:pt x="421" y="448"/>
                      <a:pt x="421" y="448"/>
                      <a:pt x="421" y="448"/>
                    </a:cubicBezTo>
                    <a:cubicBezTo>
                      <a:pt x="424" y="430"/>
                      <a:pt x="432" y="380"/>
                      <a:pt x="442" y="322"/>
                    </a:cubicBezTo>
                    <a:cubicBezTo>
                      <a:pt x="442" y="322"/>
                      <a:pt x="442" y="322"/>
                      <a:pt x="442" y="322"/>
                    </a:cubicBezTo>
                    <a:cubicBezTo>
                      <a:pt x="458" y="223"/>
                      <a:pt x="477" y="102"/>
                      <a:pt x="477" y="88"/>
                    </a:cubicBezTo>
                    <a:cubicBezTo>
                      <a:pt x="477" y="88"/>
                      <a:pt x="460" y="80"/>
                      <a:pt x="435" y="68"/>
                    </a:cubicBezTo>
                    <a:cubicBezTo>
                      <a:pt x="435" y="68"/>
                      <a:pt x="435" y="68"/>
                      <a:pt x="435" y="68"/>
                    </a:cubicBezTo>
                    <a:cubicBezTo>
                      <a:pt x="434" y="68"/>
                      <a:pt x="434" y="68"/>
                      <a:pt x="434" y="68"/>
                    </a:cubicBezTo>
                    <a:cubicBezTo>
                      <a:pt x="378" y="42"/>
                      <a:pt x="278" y="0"/>
                      <a:pt x="228" y="1"/>
                    </a:cubicBezTo>
                    <a:cubicBezTo>
                      <a:pt x="155" y="4"/>
                      <a:pt x="0" y="63"/>
                      <a:pt x="0" y="6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23"/>
              <p:cNvSpPr/>
              <p:nvPr/>
            </p:nvSpPr>
            <p:spPr>
              <a:xfrm>
                <a:off x="7548715" y="3707962"/>
                <a:ext cx="309092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5" extrusionOk="0">
                    <a:moveTo>
                      <a:pt x="156" y="31"/>
                    </a:moveTo>
                    <a:cubicBezTo>
                      <a:pt x="174" y="98"/>
                      <a:pt x="174" y="98"/>
                      <a:pt x="174" y="98"/>
                    </a:cubicBezTo>
                    <a:cubicBezTo>
                      <a:pt x="174" y="98"/>
                      <a:pt x="261" y="198"/>
                      <a:pt x="314" y="230"/>
                    </a:cubicBezTo>
                    <a:cubicBezTo>
                      <a:pt x="347" y="258"/>
                      <a:pt x="335" y="281"/>
                      <a:pt x="328" y="293"/>
                    </a:cubicBezTo>
                    <a:cubicBezTo>
                      <a:pt x="320" y="304"/>
                      <a:pt x="212" y="305"/>
                      <a:pt x="185" y="301"/>
                    </a:cubicBezTo>
                    <a:cubicBezTo>
                      <a:pt x="126" y="293"/>
                      <a:pt x="93" y="218"/>
                      <a:pt x="57" y="211"/>
                    </a:cubicBezTo>
                    <a:cubicBezTo>
                      <a:pt x="21" y="203"/>
                      <a:pt x="0" y="184"/>
                      <a:pt x="15" y="81"/>
                    </a:cubicBezTo>
                    <a:cubicBezTo>
                      <a:pt x="27" y="0"/>
                      <a:pt x="156" y="31"/>
                      <a:pt x="156" y="31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23"/>
              <p:cNvSpPr/>
              <p:nvPr/>
            </p:nvSpPr>
            <p:spPr>
              <a:xfrm>
                <a:off x="7550077" y="3796469"/>
                <a:ext cx="332921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261" y="82"/>
                    </a:moveTo>
                    <a:cubicBezTo>
                      <a:pt x="261" y="82"/>
                      <a:pt x="296" y="107"/>
                      <a:pt x="326" y="137"/>
                    </a:cubicBezTo>
                    <a:cubicBezTo>
                      <a:pt x="355" y="168"/>
                      <a:pt x="373" y="194"/>
                      <a:pt x="370" y="208"/>
                    </a:cubicBezTo>
                    <a:cubicBezTo>
                      <a:pt x="366" y="221"/>
                      <a:pt x="295" y="258"/>
                      <a:pt x="180" y="213"/>
                    </a:cubicBezTo>
                    <a:cubicBezTo>
                      <a:pt x="122" y="183"/>
                      <a:pt x="6" y="90"/>
                      <a:pt x="3" y="86"/>
                    </a:cubicBezTo>
                    <a:cubicBezTo>
                      <a:pt x="0" y="81"/>
                      <a:pt x="1" y="13"/>
                      <a:pt x="11" y="0"/>
                    </a:cubicBezTo>
                    <a:cubicBezTo>
                      <a:pt x="11" y="0"/>
                      <a:pt x="16" y="31"/>
                      <a:pt x="37" y="44"/>
                    </a:cubicBezTo>
                    <a:cubicBezTo>
                      <a:pt x="59" y="57"/>
                      <a:pt x="149" y="117"/>
                      <a:pt x="149" y="117"/>
                    </a:cubicBezTo>
                    <a:cubicBezTo>
                      <a:pt x="149" y="117"/>
                      <a:pt x="198" y="70"/>
                      <a:pt x="261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23"/>
              <p:cNvSpPr/>
              <p:nvPr/>
            </p:nvSpPr>
            <p:spPr>
              <a:xfrm>
                <a:off x="6908745" y="3707962"/>
                <a:ext cx="312496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50" h="305" extrusionOk="0">
                    <a:moveTo>
                      <a:pt x="193" y="31"/>
                    </a:moveTo>
                    <a:cubicBezTo>
                      <a:pt x="176" y="98"/>
                      <a:pt x="176" y="98"/>
                      <a:pt x="176" y="98"/>
                    </a:cubicBezTo>
                    <a:cubicBezTo>
                      <a:pt x="176" y="98"/>
                      <a:pt x="76" y="205"/>
                      <a:pt x="29" y="233"/>
                    </a:cubicBezTo>
                    <a:cubicBezTo>
                      <a:pt x="0" y="275"/>
                      <a:pt x="21" y="274"/>
                      <a:pt x="28" y="286"/>
                    </a:cubicBezTo>
                    <a:cubicBezTo>
                      <a:pt x="36" y="297"/>
                      <a:pt x="128" y="305"/>
                      <a:pt x="155" y="301"/>
                    </a:cubicBezTo>
                    <a:cubicBezTo>
                      <a:pt x="214" y="292"/>
                      <a:pt x="257" y="218"/>
                      <a:pt x="293" y="211"/>
                    </a:cubicBezTo>
                    <a:cubicBezTo>
                      <a:pt x="329" y="203"/>
                      <a:pt x="350" y="184"/>
                      <a:pt x="335" y="81"/>
                    </a:cubicBezTo>
                    <a:cubicBezTo>
                      <a:pt x="323" y="0"/>
                      <a:pt x="193" y="31"/>
                      <a:pt x="193" y="31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23"/>
              <p:cNvSpPr/>
              <p:nvPr/>
            </p:nvSpPr>
            <p:spPr>
              <a:xfrm>
                <a:off x="6886959" y="3796469"/>
                <a:ext cx="332239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112" y="82"/>
                    </a:moveTo>
                    <a:cubicBezTo>
                      <a:pt x="112" y="82"/>
                      <a:pt x="77" y="107"/>
                      <a:pt x="47" y="137"/>
                    </a:cubicBezTo>
                    <a:cubicBezTo>
                      <a:pt x="18" y="168"/>
                      <a:pt x="0" y="194"/>
                      <a:pt x="3" y="208"/>
                    </a:cubicBezTo>
                    <a:cubicBezTo>
                      <a:pt x="6" y="221"/>
                      <a:pt x="78" y="258"/>
                      <a:pt x="193" y="213"/>
                    </a:cubicBezTo>
                    <a:cubicBezTo>
                      <a:pt x="250" y="183"/>
                      <a:pt x="367" y="90"/>
                      <a:pt x="370" y="86"/>
                    </a:cubicBezTo>
                    <a:cubicBezTo>
                      <a:pt x="373" y="81"/>
                      <a:pt x="372" y="13"/>
                      <a:pt x="362" y="0"/>
                    </a:cubicBezTo>
                    <a:cubicBezTo>
                      <a:pt x="362" y="0"/>
                      <a:pt x="357" y="31"/>
                      <a:pt x="335" y="44"/>
                    </a:cubicBezTo>
                    <a:cubicBezTo>
                      <a:pt x="314" y="57"/>
                      <a:pt x="224" y="117"/>
                      <a:pt x="224" y="117"/>
                    </a:cubicBezTo>
                    <a:cubicBezTo>
                      <a:pt x="224" y="117"/>
                      <a:pt x="175" y="70"/>
                      <a:pt x="112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23"/>
              <p:cNvSpPr/>
              <p:nvPr/>
            </p:nvSpPr>
            <p:spPr>
              <a:xfrm>
                <a:off x="7212391" y="2059699"/>
                <a:ext cx="548060" cy="518785"/>
              </a:xfrm>
              <a:custGeom>
                <a:avLst/>
                <a:gdLst/>
                <a:ahLst/>
                <a:cxnLst/>
                <a:rect l="l" t="t" r="r" b="b"/>
                <a:pathLst>
                  <a:path w="615" h="582" extrusionOk="0">
                    <a:moveTo>
                      <a:pt x="0" y="88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500" y="310"/>
                      <a:pt x="545" y="352"/>
                    </a:cubicBezTo>
                    <a:cubicBezTo>
                      <a:pt x="603" y="404"/>
                      <a:pt x="615" y="538"/>
                      <a:pt x="510" y="551"/>
                    </a:cubicBezTo>
                    <a:cubicBezTo>
                      <a:pt x="221" y="582"/>
                      <a:pt x="221" y="582"/>
                      <a:pt x="221" y="582"/>
                    </a:cubicBezTo>
                    <a:cubicBezTo>
                      <a:pt x="237" y="399"/>
                      <a:pt x="237" y="399"/>
                      <a:pt x="237" y="399"/>
                    </a:cubicBezTo>
                    <a:cubicBezTo>
                      <a:pt x="48" y="255"/>
                      <a:pt x="48" y="255"/>
                      <a:pt x="48" y="255"/>
                    </a:cubicBezTo>
                    <a:cubicBezTo>
                      <a:pt x="0" y="88"/>
                      <a:pt x="0" y="88"/>
                      <a:pt x="0" y="8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23"/>
              <p:cNvSpPr/>
              <p:nvPr/>
            </p:nvSpPr>
            <p:spPr>
              <a:xfrm>
                <a:off x="7370341" y="2319091"/>
                <a:ext cx="184502" cy="54466"/>
              </a:xfrm>
              <a:custGeom>
                <a:avLst/>
                <a:gdLst/>
                <a:ahLst/>
                <a:cxnLst/>
                <a:rect l="l" t="t" r="r" b="b"/>
                <a:pathLst>
                  <a:path w="271" h="80" extrusionOk="0">
                    <a:moveTo>
                      <a:pt x="0" y="0"/>
                    </a:moveTo>
                    <a:lnTo>
                      <a:pt x="5" y="68"/>
                    </a:lnTo>
                    <a:lnTo>
                      <a:pt x="271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" name="Google Shape;559;p23"/>
              <p:cNvSpPr/>
              <p:nvPr/>
            </p:nvSpPr>
            <p:spPr>
              <a:xfrm>
                <a:off x="6615312" y="2037232"/>
                <a:ext cx="395556" cy="444575"/>
              </a:xfrm>
              <a:custGeom>
                <a:avLst/>
                <a:gdLst/>
                <a:ahLst/>
                <a:cxnLst/>
                <a:rect l="l" t="t" r="r" b="b"/>
                <a:pathLst>
                  <a:path w="443" h="498" extrusionOk="0">
                    <a:moveTo>
                      <a:pt x="0" y="106"/>
                    </a:moveTo>
                    <a:cubicBezTo>
                      <a:pt x="0" y="106"/>
                      <a:pt x="208" y="496"/>
                      <a:pt x="287" y="497"/>
                    </a:cubicBezTo>
                    <a:cubicBezTo>
                      <a:pt x="365" y="498"/>
                      <a:pt x="443" y="264"/>
                      <a:pt x="443" y="264"/>
                    </a:cubicBezTo>
                    <a:cubicBezTo>
                      <a:pt x="366" y="0"/>
                      <a:pt x="366" y="0"/>
                      <a:pt x="366" y="0"/>
                    </a:cubicBezTo>
                    <a:cubicBezTo>
                      <a:pt x="366" y="0"/>
                      <a:pt x="282" y="287"/>
                      <a:pt x="273" y="291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0" y="106"/>
                      <a:pt x="0" y="106"/>
                      <a:pt x="0" y="10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" name="Google Shape;560;p23"/>
              <p:cNvSpPr/>
              <p:nvPr/>
            </p:nvSpPr>
            <p:spPr>
              <a:xfrm>
                <a:off x="6534295" y="2008637"/>
                <a:ext cx="111654" cy="141611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59" extrusionOk="0">
                    <a:moveTo>
                      <a:pt x="110" y="141"/>
                    </a:moveTo>
                    <a:cubicBezTo>
                      <a:pt x="110" y="141"/>
                      <a:pt x="58" y="159"/>
                      <a:pt x="35" y="152"/>
                    </a:cubicBezTo>
                    <a:cubicBezTo>
                      <a:pt x="13" y="144"/>
                      <a:pt x="0" y="127"/>
                      <a:pt x="0" y="127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5" y="9"/>
                      <a:pt x="76" y="0"/>
                      <a:pt x="78" y="2"/>
                    </a:cubicBezTo>
                    <a:cubicBezTo>
                      <a:pt x="79" y="4"/>
                      <a:pt x="125" y="84"/>
                      <a:pt x="125" y="84"/>
                    </a:cubicBezTo>
                    <a:cubicBezTo>
                      <a:pt x="110" y="141"/>
                      <a:pt x="110" y="141"/>
                      <a:pt x="110" y="141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" name="Google Shape;561;p23"/>
              <p:cNvSpPr/>
              <p:nvPr/>
            </p:nvSpPr>
            <p:spPr>
              <a:xfrm>
                <a:off x="6565612" y="2143440"/>
                <a:ext cx="33360" cy="2723"/>
              </a:xfrm>
              <a:custGeom>
                <a:avLst/>
                <a:gdLst/>
                <a:ahLst/>
                <a:cxnLst/>
                <a:rect l="l" t="t" r="r" b="b"/>
                <a:pathLst>
                  <a:path w="37" h="3" extrusionOk="0">
                    <a:moveTo>
                      <a:pt x="37" y="0"/>
                    </a:moveTo>
                    <a:cubicBezTo>
                      <a:pt x="29" y="2"/>
                      <a:pt x="21" y="3"/>
                      <a:pt x="13" y="3"/>
                    </a:cubicBezTo>
                    <a:cubicBezTo>
                      <a:pt x="8" y="3"/>
                      <a:pt x="4" y="2"/>
                      <a:pt x="0" y="1"/>
                    </a:cubicBezTo>
                    <a:cubicBezTo>
                      <a:pt x="4" y="2"/>
                      <a:pt x="8" y="3"/>
                      <a:pt x="13" y="3"/>
                    </a:cubicBezTo>
                    <a:cubicBezTo>
                      <a:pt x="21" y="3"/>
                      <a:pt x="29" y="2"/>
                      <a:pt x="37" y="0"/>
                    </a:cubicBezTo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FFD1BE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23"/>
              <p:cNvSpPr/>
              <p:nvPr/>
            </p:nvSpPr>
            <p:spPr>
              <a:xfrm>
                <a:off x="6539060" y="2073996"/>
                <a:ext cx="99400" cy="7216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81" extrusionOk="0">
                    <a:moveTo>
                      <a:pt x="71" y="1"/>
                    </a:moveTo>
                    <a:cubicBezTo>
                      <a:pt x="72" y="2"/>
                      <a:pt x="72" y="2"/>
                      <a:pt x="72" y="2"/>
                    </a:cubicBezTo>
                    <a:cubicBezTo>
                      <a:pt x="74" y="4"/>
                      <a:pt x="75" y="6"/>
                      <a:pt x="77" y="7"/>
                    </a:cubicBezTo>
                    <a:cubicBezTo>
                      <a:pt x="75" y="5"/>
                      <a:pt x="73" y="3"/>
                      <a:pt x="71" y="1"/>
                    </a:cubicBezTo>
                    <a:moveTo>
                      <a:pt x="68" y="0"/>
                    </a:moveTo>
                    <a:cubicBezTo>
                      <a:pt x="68" y="0"/>
                      <a:pt x="68" y="0"/>
                      <a:pt x="68" y="1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20"/>
                      <a:pt x="66" y="21"/>
                      <a:pt x="65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1" y="60"/>
                      <a:pt x="54" y="66"/>
                      <a:pt x="47" y="66"/>
                    </a:cubicBezTo>
                    <a:cubicBezTo>
                      <a:pt x="46" y="66"/>
                      <a:pt x="46" y="66"/>
                      <a:pt x="45" y="66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24" y="63"/>
                      <a:pt x="24" y="63"/>
                      <a:pt x="24" y="63"/>
                    </a:cubicBezTo>
                    <a:cubicBezTo>
                      <a:pt x="21" y="63"/>
                      <a:pt x="18" y="62"/>
                      <a:pt x="16" y="60"/>
                    </a:cubicBezTo>
                    <a:cubicBezTo>
                      <a:pt x="15" y="60"/>
                      <a:pt x="15" y="60"/>
                      <a:pt x="14" y="60"/>
                    </a:cubicBezTo>
                    <a:cubicBezTo>
                      <a:pt x="9" y="60"/>
                      <a:pt x="5" y="60"/>
                      <a:pt x="0" y="59"/>
                    </a:cubicBezTo>
                    <a:cubicBezTo>
                      <a:pt x="6" y="65"/>
                      <a:pt x="16" y="74"/>
                      <a:pt x="30" y="79"/>
                    </a:cubicBezTo>
                    <a:cubicBezTo>
                      <a:pt x="30" y="79"/>
                      <a:pt x="30" y="79"/>
                      <a:pt x="30" y="79"/>
                    </a:cubicBezTo>
                    <a:cubicBezTo>
                      <a:pt x="34" y="80"/>
                      <a:pt x="38" y="81"/>
                      <a:pt x="43" y="81"/>
                    </a:cubicBezTo>
                    <a:cubicBezTo>
                      <a:pt x="51" y="81"/>
                      <a:pt x="59" y="80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76" y="76"/>
                      <a:pt x="84" y="74"/>
                      <a:pt x="91" y="72"/>
                    </a:cubicBezTo>
                    <a:cubicBezTo>
                      <a:pt x="112" y="49"/>
                      <a:pt x="109" y="22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99" y="20"/>
                      <a:pt x="92" y="17"/>
                      <a:pt x="86" y="13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0" y="11"/>
                      <a:pt x="75" y="8"/>
                      <a:pt x="71" y="4"/>
                    </a:cubicBezTo>
                    <a:cubicBezTo>
                      <a:pt x="70" y="2"/>
                      <a:pt x="69" y="1"/>
                      <a:pt x="6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23"/>
              <p:cNvSpPr/>
              <p:nvPr/>
            </p:nvSpPr>
            <p:spPr>
              <a:xfrm>
                <a:off x="6586037" y="1939875"/>
                <a:ext cx="5447" cy="49019"/>
              </a:xfrm>
              <a:custGeom>
                <a:avLst/>
                <a:gdLst/>
                <a:ahLst/>
                <a:cxnLst/>
                <a:rect l="l" t="t" r="r" b="b"/>
                <a:pathLst>
                  <a:path w="8" h="72" extrusionOk="0">
                    <a:moveTo>
                      <a:pt x="8" y="0"/>
                    </a:moveTo>
                    <a:lnTo>
                      <a:pt x="0" y="7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64" name="Google Shape;564;p23"/>
              <p:cNvCxnSpPr/>
              <p:nvPr/>
            </p:nvCxnSpPr>
            <p:spPr>
              <a:xfrm flipH="1">
                <a:off x="6586084" y="1939875"/>
                <a:ext cx="5400" cy="489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565" name="Google Shape;565;p23"/>
              <p:cNvSpPr/>
              <p:nvPr/>
            </p:nvSpPr>
            <p:spPr>
              <a:xfrm>
                <a:off x="6576506" y="1939194"/>
                <a:ext cx="24510" cy="51742"/>
              </a:xfrm>
              <a:custGeom>
                <a:avLst/>
                <a:gdLst/>
                <a:ahLst/>
                <a:cxnLst/>
                <a:rect l="l" t="t" r="r" b="b"/>
                <a:pathLst>
                  <a:path w="36" h="76" extrusionOk="0">
                    <a:moveTo>
                      <a:pt x="27" y="76"/>
                    </a:moveTo>
                    <a:lnTo>
                      <a:pt x="0" y="72"/>
                    </a:lnTo>
                    <a:lnTo>
                      <a:pt x="9" y="0"/>
                    </a:lnTo>
                    <a:lnTo>
                      <a:pt x="36" y="3"/>
                    </a:lnTo>
                    <a:lnTo>
                      <a:pt x="27" y="7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23"/>
              <p:cNvSpPr/>
              <p:nvPr/>
            </p:nvSpPr>
            <p:spPr>
              <a:xfrm>
                <a:off x="6547911" y="1973235"/>
                <a:ext cx="61274" cy="160673"/>
              </a:xfrm>
              <a:custGeom>
                <a:avLst/>
                <a:gdLst/>
                <a:ahLst/>
                <a:cxnLst/>
                <a:rect l="l" t="t" r="r" b="b"/>
                <a:pathLst>
                  <a:path w="69" h="180" extrusionOk="0">
                    <a:moveTo>
                      <a:pt x="56" y="3"/>
                    </a:moveTo>
                    <a:cubicBezTo>
                      <a:pt x="49" y="2"/>
                      <a:pt x="49" y="2"/>
                      <a:pt x="49" y="2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" y="159"/>
                      <a:pt x="1" y="159"/>
                      <a:pt x="1" y="159"/>
                    </a:cubicBezTo>
                    <a:cubicBezTo>
                      <a:pt x="0" y="168"/>
                      <a:pt x="5" y="175"/>
                      <a:pt x="14" y="176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5" y="179"/>
                      <a:pt x="35" y="179"/>
                      <a:pt x="35" y="179"/>
                    </a:cubicBezTo>
                    <a:cubicBezTo>
                      <a:pt x="43" y="180"/>
                      <a:pt x="51" y="173"/>
                      <a:pt x="52" y="165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6" y="3"/>
                      <a:pt x="56" y="3"/>
                      <a:pt x="56" y="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23"/>
              <p:cNvSpPr/>
              <p:nvPr/>
            </p:nvSpPr>
            <p:spPr>
              <a:xfrm>
                <a:off x="6521359" y="1732225"/>
                <a:ext cx="161354" cy="202203"/>
              </a:xfrm>
              <a:custGeom>
                <a:avLst/>
                <a:gdLst/>
                <a:ahLst/>
                <a:cxnLst/>
                <a:rect l="l" t="t" r="r" b="b"/>
                <a:pathLst>
                  <a:path w="181" h="227" extrusionOk="0">
                    <a:moveTo>
                      <a:pt x="175" y="122"/>
                    </a:moveTo>
                    <a:cubicBezTo>
                      <a:pt x="170" y="182"/>
                      <a:pt x="127" y="227"/>
                      <a:pt x="80" y="222"/>
                    </a:cubicBezTo>
                    <a:cubicBezTo>
                      <a:pt x="33" y="218"/>
                      <a:pt x="0" y="166"/>
                      <a:pt x="6" y="106"/>
                    </a:cubicBezTo>
                    <a:cubicBezTo>
                      <a:pt x="11" y="46"/>
                      <a:pt x="54" y="0"/>
                      <a:pt x="101" y="5"/>
                    </a:cubicBezTo>
                    <a:cubicBezTo>
                      <a:pt x="148" y="9"/>
                      <a:pt x="181" y="62"/>
                      <a:pt x="175" y="1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23"/>
              <p:cNvSpPr/>
              <p:nvPr/>
            </p:nvSpPr>
            <p:spPr>
              <a:xfrm>
                <a:off x="6502296" y="1708396"/>
                <a:ext cx="197438" cy="255987"/>
              </a:xfrm>
              <a:custGeom>
                <a:avLst/>
                <a:gdLst/>
                <a:ahLst/>
                <a:cxnLst/>
                <a:rect l="l" t="t" r="r" b="b"/>
                <a:pathLst>
                  <a:path w="221" h="287" extrusionOk="0">
                    <a:moveTo>
                      <a:pt x="192" y="69"/>
                    </a:moveTo>
                    <a:cubicBezTo>
                      <a:pt x="163" y="13"/>
                      <a:pt x="104" y="0"/>
                      <a:pt x="58" y="41"/>
                    </a:cubicBezTo>
                    <a:cubicBezTo>
                      <a:pt x="13" y="82"/>
                      <a:pt x="0" y="161"/>
                      <a:pt x="29" y="218"/>
                    </a:cubicBezTo>
                    <a:cubicBezTo>
                      <a:pt x="58" y="274"/>
                      <a:pt x="118" y="287"/>
                      <a:pt x="163" y="246"/>
                    </a:cubicBezTo>
                    <a:cubicBezTo>
                      <a:pt x="208" y="205"/>
                      <a:pt x="221" y="126"/>
                      <a:pt x="192" y="69"/>
                    </a:cubicBezTo>
                    <a:close/>
                    <a:moveTo>
                      <a:pt x="153" y="227"/>
                    </a:moveTo>
                    <a:cubicBezTo>
                      <a:pt x="116" y="260"/>
                      <a:pt x="68" y="250"/>
                      <a:pt x="44" y="204"/>
                    </a:cubicBezTo>
                    <a:cubicBezTo>
                      <a:pt x="21" y="158"/>
                      <a:pt x="31" y="93"/>
                      <a:pt x="68" y="60"/>
                    </a:cubicBezTo>
                    <a:cubicBezTo>
                      <a:pt x="105" y="27"/>
                      <a:pt x="154" y="37"/>
                      <a:pt x="177" y="83"/>
                    </a:cubicBezTo>
                    <a:cubicBezTo>
                      <a:pt x="201" y="129"/>
                      <a:pt x="190" y="194"/>
                      <a:pt x="153" y="2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23"/>
              <p:cNvSpPr/>
              <p:nvPr/>
            </p:nvSpPr>
            <p:spPr>
              <a:xfrm>
                <a:off x="6505019" y="2005233"/>
                <a:ext cx="101442" cy="123228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38" extrusionOk="0">
                    <a:moveTo>
                      <a:pt x="113" y="43"/>
                    </a:moveTo>
                    <a:cubicBezTo>
                      <a:pt x="112" y="50"/>
                      <a:pt x="103" y="52"/>
                      <a:pt x="100" y="53"/>
                    </a:cubicBezTo>
                    <a:cubicBezTo>
                      <a:pt x="100" y="53"/>
                      <a:pt x="100" y="53"/>
                      <a:pt x="100" y="53"/>
                    </a:cubicBezTo>
                    <a:cubicBezTo>
                      <a:pt x="99" y="53"/>
                      <a:pt x="100" y="53"/>
                      <a:pt x="99" y="53"/>
                    </a:cubicBezTo>
                    <a:cubicBezTo>
                      <a:pt x="99" y="54"/>
                      <a:pt x="100" y="55"/>
                      <a:pt x="103" y="58"/>
                    </a:cubicBezTo>
                    <a:cubicBezTo>
                      <a:pt x="106" y="61"/>
                      <a:pt x="109" y="65"/>
                      <a:pt x="108" y="73"/>
                    </a:cubicBezTo>
                    <a:cubicBezTo>
                      <a:pt x="108" y="76"/>
                      <a:pt x="106" y="78"/>
                      <a:pt x="104" y="79"/>
                    </a:cubicBezTo>
                    <a:cubicBezTo>
                      <a:pt x="100" y="82"/>
                      <a:pt x="95" y="83"/>
                      <a:pt x="95" y="83"/>
                    </a:cubicBezTo>
                    <a:cubicBezTo>
                      <a:pt x="95" y="83"/>
                      <a:pt x="95" y="83"/>
                      <a:pt x="95" y="83"/>
                    </a:cubicBezTo>
                    <a:cubicBezTo>
                      <a:pt x="96" y="84"/>
                      <a:pt x="106" y="89"/>
                      <a:pt x="103" y="100"/>
                    </a:cubicBezTo>
                    <a:cubicBezTo>
                      <a:pt x="101" y="111"/>
                      <a:pt x="85" y="110"/>
                      <a:pt x="85" y="111"/>
                    </a:cubicBezTo>
                    <a:cubicBezTo>
                      <a:pt x="85" y="111"/>
                      <a:pt x="89" y="113"/>
                      <a:pt x="92" y="116"/>
                    </a:cubicBezTo>
                    <a:cubicBezTo>
                      <a:pt x="93" y="118"/>
                      <a:pt x="94" y="121"/>
                      <a:pt x="92" y="124"/>
                    </a:cubicBezTo>
                    <a:cubicBezTo>
                      <a:pt x="89" y="130"/>
                      <a:pt x="79" y="133"/>
                      <a:pt x="72" y="135"/>
                    </a:cubicBezTo>
                    <a:cubicBezTo>
                      <a:pt x="71" y="135"/>
                      <a:pt x="70" y="135"/>
                      <a:pt x="69" y="136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7" y="136"/>
                      <a:pt x="67" y="136"/>
                      <a:pt x="67" y="136"/>
                    </a:cubicBezTo>
                    <a:cubicBezTo>
                      <a:pt x="50" y="138"/>
                      <a:pt x="26" y="137"/>
                      <a:pt x="15" y="127"/>
                    </a:cubicBezTo>
                    <a:cubicBezTo>
                      <a:pt x="11" y="123"/>
                      <a:pt x="11" y="111"/>
                      <a:pt x="14" y="104"/>
                    </a:cubicBezTo>
                    <a:cubicBezTo>
                      <a:pt x="0" y="94"/>
                      <a:pt x="3" y="71"/>
                      <a:pt x="12" y="67"/>
                    </a:cubicBezTo>
                    <a:cubicBezTo>
                      <a:pt x="0" y="47"/>
                      <a:pt x="7" y="37"/>
                      <a:pt x="17" y="33"/>
                    </a:cubicBezTo>
                    <a:cubicBezTo>
                      <a:pt x="14" y="14"/>
                      <a:pt x="26" y="2"/>
                      <a:pt x="33" y="0"/>
                    </a:cubicBezTo>
                    <a:cubicBezTo>
                      <a:pt x="41" y="0"/>
                      <a:pt x="54" y="3"/>
                      <a:pt x="73" y="10"/>
                    </a:cubicBezTo>
                    <a:cubicBezTo>
                      <a:pt x="73" y="10"/>
                      <a:pt x="73" y="10"/>
                      <a:pt x="73" y="10"/>
                    </a:cubicBezTo>
                    <a:cubicBezTo>
                      <a:pt x="73" y="10"/>
                      <a:pt x="73" y="11"/>
                      <a:pt x="74" y="11"/>
                    </a:cubicBezTo>
                    <a:cubicBezTo>
                      <a:pt x="76" y="12"/>
                      <a:pt x="86" y="15"/>
                      <a:pt x="88" y="17"/>
                    </a:cubicBezTo>
                    <a:cubicBezTo>
                      <a:pt x="105" y="24"/>
                      <a:pt x="114" y="36"/>
                      <a:pt x="113" y="43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23"/>
              <p:cNvSpPr/>
              <p:nvPr/>
            </p:nvSpPr>
            <p:spPr>
              <a:xfrm>
                <a:off x="6539741" y="1976639"/>
                <a:ext cx="118462" cy="117101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33" y="86"/>
                    </a:moveTo>
                    <a:cubicBezTo>
                      <a:pt x="133" y="86"/>
                      <a:pt x="116" y="34"/>
                      <a:pt x="82" y="7"/>
                    </a:cubicBezTo>
                    <a:cubicBezTo>
                      <a:pt x="65" y="0"/>
                      <a:pt x="0" y="52"/>
                      <a:pt x="0" y="52"/>
                    </a:cubicBezTo>
                    <a:cubicBezTo>
                      <a:pt x="5" y="77"/>
                      <a:pt x="38" y="80"/>
                      <a:pt x="61" y="61"/>
                    </a:cubicBezTo>
                    <a:cubicBezTo>
                      <a:pt x="61" y="61"/>
                      <a:pt x="44" y="116"/>
                      <a:pt x="108" y="131"/>
                    </a:cubicBezTo>
                    <a:cubicBezTo>
                      <a:pt x="133" y="86"/>
                      <a:pt x="133" y="86"/>
                      <a:pt x="133" y="8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23"/>
              <p:cNvSpPr/>
              <p:nvPr/>
            </p:nvSpPr>
            <p:spPr>
              <a:xfrm>
                <a:off x="6539741" y="2022935"/>
                <a:ext cx="60593" cy="51061"/>
              </a:xfrm>
              <a:custGeom>
                <a:avLst/>
                <a:gdLst/>
                <a:ahLst/>
                <a:cxnLst/>
                <a:rect l="l" t="t" r="r" b="b"/>
                <a:pathLst>
                  <a:path w="68" h="57" extrusionOk="0">
                    <a:moveTo>
                      <a:pt x="0" y="0"/>
                    </a:moveTo>
                    <a:cubicBezTo>
                      <a:pt x="0" y="6"/>
                      <a:pt x="3" y="12"/>
                      <a:pt x="8" y="16"/>
                    </a:cubicBezTo>
                    <a:cubicBezTo>
                      <a:pt x="13" y="20"/>
                      <a:pt x="19" y="22"/>
                      <a:pt x="26" y="23"/>
                    </a:cubicBezTo>
                    <a:cubicBezTo>
                      <a:pt x="26" y="23"/>
                      <a:pt x="27" y="23"/>
                      <a:pt x="28" y="23"/>
                    </a:cubicBezTo>
                    <a:cubicBezTo>
                      <a:pt x="33" y="23"/>
                      <a:pt x="39" y="22"/>
                      <a:pt x="44" y="20"/>
                    </a:cubicBezTo>
                    <a:cubicBezTo>
                      <a:pt x="49" y="19"/>
                      <a:pt x="53" y="17"/>
                      <a:pt x="57" y="15"/>
                    </a:cubicBezTo>
                    <a:cubicBezTo>
                      <a:pt x="56" y="19"/>
                      <a:pt x="56" y="24"/>
                      <a:pt x="57" y="28"/>
                    </a:cubicBezTo>
                    <a:cubicBezTo>
                      <a:pt x="57" y="29"/>
                      <a:pt x="57" y="31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4"/>
                      <a:pt x="57" y="36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41"/>
                      <a:pt x="59" y="43"/>
                      <a:pt x="60" y="46"/>
                    </a:cubicBezTo>
                    <a:cubicBezTo>
                      <a:pt x="62" y="50"/>
                      <a:pt x="64" y="54"/>
                      <a:pt x="67" y="57"/>
                    </a:cubicBezTo>
                    <a:cubicBezTo>
                      <a:pt x="68" y="57"/>
                      <a:pt x="68" y="56"/>
                      <a:pt x="68" y="55"/>
                    </a:cubicBezTo>
                    <a:cubicBezTo>
                      <a:pt x="53" y="34"/>
                      <a:pt x="61" y="9"/>
                      <a:pt x="61" y="9"/>
                    </a:cubicBezTo>
                    <a:cubicBezTo>
                      <a:pt x="51" y="17"/>
                      <a:pt x="40" y="22"/>
                      <a:pt x="29" y="22"/>
                    </a:cubicBezTo>
                    <a:cubicBezTo>
                      <a:pt x="15" y="22"/>
                      <a:pt x="3" y="14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23"/>
              <p:cNvSpPr/>
              <p:nvPr/>
            </p:nvSpPr>
            <p:spPr>
              <a:xfrm>
                <a:off x="6533614" y="2097825"/>
                <a:ext cx="53785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60" h="12" extrusionOk="0">
                    <a:moveTo>
                      <a:pt x="0" y="0"/>
                    </a:moveTo>
                    <a:cubicBezTo>
                      <a:pt x="60" y="12"/>
                      <a:pt x="60" y="12"/>
                      <a:pt x="60" y="12"/>
                    </a:cubicBezTo>
                    <a:cubicBezTo>
                      <a:pt x="57" y="9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23"/>
              <p:cNvSpPr/>
              <p:nvPr/>
            </p:nvSpPr>
            <p:spPr>
              <a:xfrm>
                <a:off x="6534295" y="2068549"/>
                <a:ext cx="63316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71" h="12" extrusionOk="0">
                    <a:moveTo>
                      <a:pt x="0" y="0"/>
                    </a:moveTo>
                    <a:cubicBezTo>
                      <a:pt x="62" y="12"/>
                      <a:pt x="62" y="12"/>
                      <a:pt x="62" y="12"/>
                    </a:cubicBezTo>
                    <a:cubicBezTo>
                      <a:pt x="62" y="12"/>
                      <a:pt x="67" y="11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574;p23"/>
              <p:cNvSpPr/>
              <p:nvPr/>
            </p:nvSpPr>
            <p:spPr>
              <a:xfrm>
                <a:off x="6539741" y="2042678"/>
                <a:ext cx="51742" cy="14297"/>
              </a:xfrm>
              <a:custGeom>
                <a:avLst/>
                <a:gdLst/>
                <a:ahLst/>
                <a:cxnLst/>
                <a:rect l="l" t="t" r="r" b="b"/>
                <a:pathLst>
                  <a:path w="58" h="16" extrusionOk="0">
                    <a:moveTo>
                      <a:pt x="0" y="0"/>
                    </a:move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5"/>
                      <a:pt x="57" y="11"/>
                      <a:pt x="57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23"/>
              <p:cNvSpPr/>
              <p:nvPr/>
            </p:nvSpPr>
            <p:spPr>
              <a:xfrm>
                <a:off x="6590803" y="2051529"/>
                <a:ext cx="681" cy="5447"/>
              </a:xfrm>
              <a:custGeom>
                <a:avLst/>
                <a:gdLst/>
                <a:ahLst/>
                <a:cxnLst/>
                <a:rect l="l" t="t" r="r" b="b"/>
                <a:pathLst>
                  <a:path w="1" h="6" extrusionOk="0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5C3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23"/>
              <p:cNvSpPr/>
              <p:nvPr/>
            </p:nvSpPr>
            <p:spPr>
              <a:xfrm>
                <a:off x="6601015" y="2027700"/>
                <a:ext cx="411214" cy="510615"/>
              </a:xfrm>
              <a:custGeom>
                <a:avLst/>
                <a:gdLst/>
                <a:ahLst/>
                <a:cxnLst/>
                <a:rect l="l" t="t" r="r" b="b"/>
                <a:pathLst>
                  <a:path w="461" h="573" extrusionOk="0">
                    <a:moveTo>
                      <a:pt x="461" y="327"/>
                    </a:moveTo>
                    <a:cubicBezTo>
                      <a:pt x="460" y="330"/>
                      <a:pt x="459" y="335"/>
                      <a:pt x="457" y="341"/>
                    </a:cubicBezTo>
                    <a:cubicBezTo>
                      <a:pt x="449" y="366"/>
                      <a:pt x="433" y="417"/>
                      <a:pt x="412" y="464"/>
                    </a:cubicBezTo>
                    <a:cubicBezTo>
                      <a:pt x="403" y="484"/>
                      <a:pt x="393" y="503"/>
                      <a:pt x="382" y="520"/>
                    </a:cubicBezTo>
                    <a:cubicBezTo>
                      <a:pt x="362" y="551"/>
                      <a:pt x="340" y="573"/>
                      <a:pt x="316" y="573"/>
                    </a:cubicBezTo>
                    <a:cubicBezTo>
                      <a:pt x="241" y="571"/>
                      <a:pt x="0" y="276"/>
                      <a:pt x="0" y="276"/>
                    </a:cubicBezTo>
                    <a:cubicBezTo>
                      <a:pt x="16" y="169"/>
                      <a:pt x="98" y="52"/>
                      <a:pt x="98" y="52"/>
                    </a:cubicBezTo>
                    <a:cubicBezTo>
                      <a:pt x="280" y="277"/>
                      <a:pt x="280" y="277"/>
                      <a:pt x="280" y="277"/>
                    </a:cubicBezTo>
                    <a:cubicBezTo>
                      <a:pt x="280" y="277"/>
                      <a:pt x="349" y="24"/>
                      <a:pt x="382" y="11"/>
                    </a:cubicBezTo>
                    <a:cubicBezTo>
                      <a:pt x="383" y="10"/>
                      <a:pt x="383" y="10"/>
                      <a:pt x="384" y="10"/>
                    </a:cubicBezTo>
                    <a:cubicBezTo>
                      <a:pt x="417" y="0"/>
                      <a:pt x="452" y="59"/>
                      <a:pt x="452" y="59"/>
                    </a:cubicBezTo>
                    <a:cubicBezTo>
                      <a:pt x="456" y="181"/>
                      <a:pt x="456" y="181"/>
                      <a:pt x="456" y="181"/>
                    </a:cubicBezTo>
                    <a:cubicBezTo>
                      <a:pt x="459" y="261"/>
                      <a:pt x="459" y="261"/>
                      <a:pt x="459" y="261"/>
                    </a:cubicBezTo>
                    <a:cubicBezTo>
                      <a:pt x="461" y="327"/>
                      <a:pt x="461" y="327"/>
                      <a:pt x="461" y="327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23"/>
              <p:cNvSpPr/>
              <p:nvPr/>
            </p:nvSpPr>
            <p:spPr>
              <a:xfrm>
                <a:off x="6904660" y="2201309"/>
                <a:ext cx="66040" cy="290029"/>
              </a:xfrm>
              <a:custGeom>
                <a:avLst/>
                <a:gdLst/>
                <a:ahLst/>
                <a:cxnLst/>
                <a:rect l="l" t="t" r="r" b="b"/>
                <a:pathLst>
                  <a:path w="74" h="325" extrusionOk="0">
                    <a:moveTo>
                      <a:pt x="42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0" y="66"/>
                      <a:pt x="7" y="89"/>
                    </a:cubicBezTo>
                    <a:cubicBezTo>
                      <a:pt x="14" y="111"/>
                      <a:pt x="42" y="150"/>
                      <a:pt x="42" y="150"/>
                    </a:cubicBezTo>
                    <a:cubicBezTo>
                      <a:pt x="42" y="325"/>
                      <a:pt x="42" y="325"/>
                      <a:pt x="42" y="325"/>
                    </a:cubicBezTo>
                    <a:cubicBezTo>
                      <a:pt x="53" y="308"/>
                      <a:pt x="63" y="289"/>
                      <a:pt x="72" y="269"/>
                    </a:cubicBezTo>
                    <a:cubicBezTo>
                      <a:pt x="72" y="269"/>
                      <a:pt x="72" y="269"/>
                      <a:pt x="72" y="269"/>
                    </a:cubicBezTo>
                    <a:cubicBezTo>
                      <a:pt x="74" y="159"/>
                      <a:pt x="74" y="159"/>
                      <a:pt x="74" y="159"/>
                    </a:cubicBezTo>
                    <a:cubicBezTo>
                      <a:pt x="73" y="146"/>
                      <a:pt x="33" y="112"/>
                      <a:pt x="26" y="81"/>
                    </a:cubicBezTo>
                    <a:cubicBezTo>
                      <a:pt x="23" y="66"/>
                      <a:pt x="32" y="31"/>
                      <a:pt x="42" y="0"/>
                    </a:cubicBezTo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23"/>
              <p:cNvSpPr/>
              <p:nvPr/>
            </p:nvSpPr>
            <p:spPr>
              <a:xfrm>
                <a:off x="6925085" y="1981405"/>
                <a:ext cx="442532" cy="590271"/>
              </a:xfrm>
              <a:custGeom>
                <a:avLst/>
                <a:gdLst/>
                <a:ahLst/>
                <a:cxnLst/>
                <a:rect l="l" t="t" r="r" b="b"/>
                <a:pathLst>
                  <a:path w="496" h="662" extrusionOk="0">
                    <a:moveTo>
                      <a:pt x="496" y="88"/>
                    </a:moveTo>
                    <a:cubicBezTo>
                      <a:pt x="461" y="323"/>
                      <a:pt x="461" y="323"/>
                      <a:pt x="461" y="323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0" y="321"/>
                      <a:pt x="460" y="321"/>
                      <a:pt x="460" y="321"/>
                    </a:cubicBezTo>
                    <a:cubicBezTo>
                      <a:pt x="440" y="448"/>
                      <a:pt x="440" y="448"/>
                      <a:pt x="440" y="448"/>
                    </a:cubicBezTo>
                    <a:cubicBezTo>
                      <a:pt x="440" y="451"/>
                      <a:pt x="440" y="451"/>
                      <a:pt x="440" y="451"/>
                    </a:cubicBezTo>
                    <a:cubicBezTo>
                      <a:pt x="455" y="595"/>
                      <a:pt x="455" y="595"/>
                      <a:pt x="455" y="595"/>
                    </a:cubicBezTo>
                    <a:cubicBezTo>
                      <a:pt x="455" y="595"/>
                      <a:pt x="214" y="662"/>
                      <a:pt x="47" y="595"/>
                    </a:cubicBezTo>
                    <a:cubicBezTo>
                      <a:pt x="47" y="572"/>
                      <a:pt x="47" y="572"/>
                      <a:pt x="47" y="572"/>
                    </a:cubicBezTo>
                    <a:cubicBezTo>
                      <a:pt x="49" y="516"/>
                      <a:pt x="49" y="516"/>
                      <a:pt x="49" y="516"/>
                    </a:cubicBezTo>
                    <a:cubicBezTo>
                      <a:pt x="51" y="406"/>
                      <a:pt x="51" y="406"/>
                      <a:pt x="51" y="406"/>
                    </a:cubicBezTo>
                    <a:cubicBezTo>
                      <a:pt x="50" y="393"/>
                      <a:pt x="10" y="359"/>
                      <a:pt x="3" y="328"/>
                    </a:cubicBezTo>
                    <a:cubicBezTo>
                      <a:pt x="0" y="313"/>
                      <a:pt x="9" y="278"/>
                      <a:pt x="19" y="247"/>
                    </a:cubicBezTo>
                    <a:cubicBezTo>
                      <a:pt x="28" y="219"/>
                      <a:pt x="37" y="196"/>
                      <a:pt x="37" y="196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20" y="62"/>
                      <a:pt x="20" y="62"/>
                      <a:pt x="21" y="62"/>
                    </a:cubicBezTo>
                    <a:cubicBezTo>
                      <a:pt x="38" y="56"/>
                      <a:pt x="178" y="4"/>
                      <a:pt x="247" y="1"/>
                    </a:cubicBezTo>
                    <a:cubicBezTo>
                      <a:pt x="297" y="0"/>
                      <a:pt x="397" y="42"/>
                      <a:pt x="453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79" y="80"/>
                      <a:pt x="496" y="88"/>
                      <a:pt x="496" y="8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23"/>
              <p:cNvSpPr/>
              <p:nvPr/>
            </p:nvSpPr>
            <p:spPr>
              <a:xfrm>
                <a:off x="6888321" y="2511763"/>
                <a:ext cx="822429" cy="1230922"/>
              </a:xfrm>
              <a:custGeom>
                <a:avLst/>
                <a:gdLst/>
                <a:ahLst/>
                <a:cxnLst/>
                <a:rect l="l" t="t" r="r" b="b"/>
                <a:pathLst>
                  <a:path w="922" h="1380" extrusionOk="0">
                    <a:moveTo>
                      <a:pt x="7" y="256"/>
                    </a:moveTo>
                    <a:cubicBezTo>
                      <a:pt x="7" y="1338"/>
                      <a:pt x="7" y="1338"/>
                      <a:pt x="7" y="1338"/>
                    </a:cubicBezTo>
                    <a:cubicBezTo>
                      <a:pt x="7" y="1338"/>
                      <a:pt x="81" y="1380"/>
                      <a:pt x="214" y="1380"/>
                    </a:cubicBezTo>
                    <a:cubicBezTo>
                      <a:pt x="348" y="1380"/>
                      <a:pt x="428" y="1368"/>
                      <a:pt x="428" y="1368"/>
                    </a:cubicBezTo>
                    <a:cubicBezTo>
                      <a:pt x="324" y="356"/>
                      <a:pt x="324" y="356"/>
                      <a:pt x="324" y="356"/>
                    </a:cubicBezTo>
                    <a:cubicBezTo>
                      <a:pt x="538" y="1366"/>
                      <a:pt x="538" y="1366"/>
                      <a:pt x="538" y="1366"/>
                    </a:cubicBezTo>
                    <a:cubicBezTo>
                      <a:pt x="538" y="1366"/>
                      <a:pt x="653" y="1354"/>
                      <a:pt x="743" y="1332"/>
                    </a:cubicBezTo>
                    <a:cubicBezTo>
                      <a:pt x="834" y="1310"/>
                      <a:pt x="922" y="1248"/>
                      <a:pt x="922" y="1248"/>
                    </a:cubicBezTo>
                    <a:cubicBezTo>
                      <a:pt x="600" y="208"/>
                      <a:pt x="600" y="208"/>
                      <a:pt x="600" y="208"/>
                    </a:cubicBezTo>
                    <a:cubicBezTo>
                      <a:pt x="566" y="75"/>
                      <a:pt x="484" y="3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23"/>
              <p:cNvSpPr/>
              <p:nvPr/>
            </p:nvSpPr>
            <p:spPr>
              <a:xfrm>
                <a:off x="7078269" y="1878601"/>
                <a:ext cx="125271" cy="239648"/>
              </a:xfrm>
              <a:custGeom>
                <a:avLst/>
                <a:gdLst/>
                <a:ahLst/>
                <a:cxnLst/>
                <a:rect l="l" t="t" r="r" b="b"/>
                <a:pathLst>
                  <a:path w="140" h="269" extrusionOk="0">
                    <a:moveTo>
                      <a:pt x="0" y="142"/>
                    </a:moveTo>
                    <a:cubicBezTo>
                      <a:pt x="0" y="159"/>
                      <a:pt x="0" y="233"/>
                      <a:pt x="37" y="269"/>
                    </a:cubicBezTo>
                    <a:cubicBezTo>
                      <a:pt x="110" y="236"/>
                      <a:pt x="139" y="123"/>
                      <a:pt x="139" y="123"/>
                    </a:cubicBezTo>
                    <a:cubicBezTo>
                      <a:pt x="139" y="118"/>
                      <a:pt x="139" y="118"/>
                      <a:pt x="139" y="118"/>
                    </a:cubicBezTo>
                    <a:cubicBezTo>
                      <a:pt x="140" y="29"/>
                      <a:pt x="140" y="29"/>
                      <a:pt x="140" y="29"/>
                    </a:cubicBezTo>
                    <a:cubicBezTo>
                      <a:pt x="139" y="11"/>
                      <a:pt x="15" y="0"/>
                      <a:pt x="15" y="0"/>
                    </a:cubicBezTo>
                    <a:cubicBezTo>
                      <a:pt x="0" y="142"/>
                      <a:pt x="0" y="142"/>
                      <a:pt x="0" y="142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23"/>
              <p:cNvSpPr/>
              <p:nvPr/>
            </p:nvSpPr>
            <p:spPr>
              <a:xfrm>
                <a:off x="7203540" y="1907876"/>
                <a:ext cx="0" cy="2246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25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728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p23"/>
              <p:cNvSpPr/>
              <p:nvPr/>
            </p:nvSpPr>
            <p:spPr>
              <a:xfrm>
                <a:off x="7086439" y="1907876"/>
                <a:ext cx="117101" cy="61274"/>
              </a:xfrm>
              <a:custGeom>
                <a:avLst/>
                <a:gdLst/>
                <a:ahLst/>
                <a:cxnLst/>
                <a:rect l="l" t="t" r="r" b="b"/>
                <a:pathLst>
                  <a:path w="131" h="69" extrusionOk="0">
                    <a:moveTo>
                      <a:pt x="131" y="0"/>
                    </a:moveTo>
                    <a:cubicBezTo>
                      <a:pt x="100" y="30"/>
                      <a:pt x="51" y="64"/>
                      <a:pt x="11" y="64"/>
                    </a:cubicBezTo>
                    <a:cubicBezTo>
                      <a:pt x="7" y="64"/>
                      <a:pt x="4" y="63"/>
                      <a:pt x="1" y="6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4"/>
                      <a:pt x="14" y="69"/>
                      <a:pt x="35" y="69"/>
                    </a:cubicBezTo>
                    <a:cubicBezTo>
                      <a:pt x="61" y="69"/>
                      <a:pt x="98" y="61"/>
                      <a:pt x="131" y="25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" name="Google Shape;583;p23"/>
              <p:cNvSpPr/>
              <p:nvPr/>
            </p:nvSpPr>
            <p:spPr>
              <a:xfrm>
                <a:off x="7004741" y="1678440"/>
                <a:ext cx="240330" cy="294795"/>
              </a:xfrm>
              <a:custGeom>
                <a:avLst/>
                <a:gdLst/>
                <a:ahLst/>
                <a:cxnLst/>
                <a:rect l="l" t="t" r="r" b="b"/>
                <a:pathLst>
                  <a:path w="270" h="330" extrusionOk="0">
                    <a:moveTo>
                      <a:pt x="2" y="168"/>
                    </a:moveTo>
                    <a:cubicBezTo>
                      <a:pt x="1" y="175"/>
                      <a:pt x="1" y="181"/>
                      <a:pt x="0" y="187"/>
                    </a:cubicBezTo>
                    <a:cubicBezTo>
                      <a:pt x="0" y="208"/>
                      <a:pt x="0" y="224"/>
                      <a:pt x="2" y="230"/>
                    </a:cubicBezTo>
                    <a:cubicBezTo>
                      <a:pt x="20" y="271"/>
                      <a:pt x="66" y="316"/>
                      <a:pt x="90" y="319"/>
                    </a:cubicBezTo>
                    <a:cubicBezTo>
                      <a:pt x="142" y="330"/>
                      <a:pt x="215" y="270"/>
                      <a:pt x="244" y="236"/>
                    </a:cubicBezTo>
                    <a:cubicBezTo>
                      <a:pt x="262" y="215"/>
                      <a:pt x="270" y="166"/>
                      <a:pt x="264" y="116"/>
                    </a:cubicBezTo>
                    <a:cubicBezTo>
                      <a:pt x="260" y="85"/>
                      <a:pt x="255" y="81"/>
                      <a:pt x="252" y="69"/>
                    </a:cubicBezTo>
                    <a:cubicBezTo>
                      <a:pt x="252" y="69"/>
                      <a:pt x="243" y="18"/>
                      <a:pt x="142" y="6"/>
                    </a:cubicBezTo>
                    <a:cubicBezTo>
                      <a:pt x="91" y="0"/>
                      <a:pt x="40" y="12"/>
                      <a:pt x="27" y="40"/>
                    </a:cubicBezTo>
                    <a:cubicBezTo>
                      <a:pt x="14" y="68"/>
                      <a:pt x="5" y="124"/>
                      <a:pt x="2" y="168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23"/>
              <p:cNvSpPr/>
              <p:nvPr/>
            </p:nvSpPr>
            <p:spPr>
              <a:xfrm>
                <a:off x="7145670" y="1845241"/>
                <a:ext cx="43572" cy="21786"/>
              </a:xfrm>
              <a:custGeom>
                <a:avLst/>
                <a:gdLst/>
                <a:ahLst/>
                <a:cxnLst/>
                <a:rect l="l" t="t" r="r" b="b"/>
                <a:pathLst>
                  <a:path w="49" h="24" extrusionOk="0">
                    <a:moveTo>
                      <a:pt x="26" y="0"/>
                    </a:moveTo>
                    <a:cubicBezTo>
                      <a:pt x="25" y="0"/>
                      <a:pt x="24" y="0"/>
                      <a:pt x="23" y="0"/>
                    </a:cubicBezTo>
                    <a:cubicBezTo>
                      <a:pt x="10" y="1"/>
                      <a:pt x="0" y="14"/>
                      <a:pt x="0" y="14"/>
                    </a:cubicBezTo>
                    <a:cubicBezTo>
                      <a:pt x="0" y="14"/>
                      <a:pt x="11" y="24"/>
                      <a:pt x="23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39" y="22"/>
                      <a:pt x="49" y="10"/>
                      <a:pt x="49" y="10"/>
                    </a:cubicBezTo>
                    <a:cubicBezTo>
                      <a:pt x="49" y="10"/>
                      <a:pt x="38" y="0"/>
                      <a:pt x="26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p23"/>
              <p:cNvSpPr/>
              <p:nvPr/>
            </p:nvSpPr>
            <p:spPr>
              <a:xfrm>
                <a:off x="7004741" y="1828220"/>
                <a:ext cx="15659" cy="17020"/>
              </a:xfrm>
              <a:custGeom>
                <a:avLst/>
                <a:gdLst/>
                <a:ahLst/>
                <a:cxnLst/>
                <a:rect l="l" t="t" r="r" b="b"/>
                <a:pathLst>
                  <a:path w="18" h="19" extrusionOk="0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7"/>
                      <a:pt x="1" y="13"/>
                      <a:pt x="0" y="19"/>
                    </a:cubicBezTo>
                    <a:cubicBezTo>
                      <a:pt x="1" y="19"/>
                      <a:pt x="2" y="19"/>
                      <a:pt x="3" y="19"/>
                    </a:cubicBezTo>
                    <a:cubicBezTo>
                      <a:pt x="11" y="19"/>
                      <a:pt x="18" y="15"/>
                      <a:pt x="18" y="15"/>
                    </a:cubicBezTo>
                    <a:cubicBezTo>
                      <a:pt x="18" y="15"/>
                      <a:pt x="12" y="4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23"/>
              <p:cNvSpPr/>
              <p:nvPr/>
            </p:nvSpPr>
            <p:spPr>
              <a:xfrm>
                <a:off x="7028569" y="1805073"/>
                <a:ext cx="25191" cy="44934"/>
              </a:xfrm>
              <a:custGeom>
                <a:avLst/>
                <a:gdLst/>
                <a:ahLst/>
                <a:cxnLst/>
                <a:rect l="l" t="t" r="r" b="b"/>
                <a:pathLst>
                  <a:path w="28" h="50" extrusionOk="0">
                    <a:moveTo>
                      <a:pt x="0" y="0"/>
                    </a:moveTo>
                    <a:cubicBezTo>
                      <a:pt x="18" y="2"/>
                      <a:pt x="18" y="2"/>
                      <a:pt x="18" y="2"/>
                    </a:cubicBezTo>
                    <a:cubicBezTo>
                      <a:pt x="24" y="3"/>
                      <a:pt x="28" y="14"/>
                      <a:pt x="27" y="27"/>
                    </a:cubicBezTo>
                    <a:cubicBezTo>
                      <a:pt x="25" y="40"/>
                      <a:pt x="19" y="50"/>
                      <a:pt x="13" y="49"/>
                    </a:cubicBezTo>
                    <a:cubicBezTo>
                      <a:pt x="7" y="48"/>
                      <a:pt x="3" y="37"/>
                      <a:pt x="5" y="24"/>
                    </a:cubicBezTo>
                    <a:cubicBezTo>
                      <a:pt x="5" y="19"/>
                      <a:pt x="7" y="14"/>
                      <a:pt x="9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23"/>
              <p:cNvSpPr/>
              <p:nvPr/>
            </p:nvSpPr>
            <p:spPr>
              <a:xfrm>
                <a:off x="7097332" y="1749245"/>
                <a:ext cx="61274" cy="64678"/>
              </a:xfrm>
              <a:custGeom>
                <a:avLst/>
                <a:gdLst/>
                <a:ahLst/>
                <a:cxnLst/>
                <a:rect l="l" t="t" r="r" b="b"/>
                <a:pathLst>
                  <a:path w="69" h="73" extrusionOk="0">
                    <a:moveTo>
                      <a:pt x="0" y="45"/>
                    </a:moveTo>
                    <a:cubicBezTo>
                      <a:pt x="0" y="45"/>
                      <a:pt x="41" y="31"/>
                      <a:pt x="69" y="73"/>
                    </a:cubicBezTo>
                    <a:cubicBezTo>
                      <a:pt x="69" y="73"/>
                      <a:pt x="42" y="0"/>
                      <a:pt x="0" y="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23"/>
              <p:cNvSpPr/>
              <p:nvPr/>
            </p:nvSpPr>
            <p:spPr>
              <a:xfrm>
                <a:off x="7010868" y="1752649"/>
                <a:ext cx="49019" cy="48338"/>
              </a:xfrm>
              <a:custGeom>
                <a:avLst/>
                <a:gdLst/>
                <a:ahLst/>
                <a:cxnLst/>
                <a:rect l="l" t="t" r="r" b="b"/>
                <a:pathLst>
                  <a:path w="55" h="54" extrusionOk="0">
                    <a:moveTo>
                      <a:pt x="55" y="38"/>
                    </a:moveTo>
                    <a:cubicBezTo>
                      <a:pt x="55" y="38"/>
                      <a:pt x="23" y="25"/>
                      <a:pt x="0" y="54"/>
                    </a:cubicBezTo>
                    <a:cubicBezTo>
                      <a:pt x="0" y="54"/>
                      <a:pt x="26" y="0"/>
                      <a:pt x="55" y="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23"/>
              <p:cNvSpPr/>
              <p:nvPr/>
            </p:nvSpPr>
            <p:spPr>
              <a:xfrm>
                <a:off x="7228049" y="1789414"/>
                <a:ext cx="66040" cy="129356"/>
              </a:xfrm>
              <a:custGeom>
                <a:avLst/>
                <a:gdLst/>
                <a:ahLst/>
                <a:cxnLst/>
                <a:rect l="l" t="t" r="r" b="b"/>
                <a:pathLst>
                  <a:path w="74" h="145" extrusionOk="0">
                    <a:moveTo>
                      <a:pt x="4" y="41"/>
                    </a:moveTo>
                    <a:cubicBezTo>
                      <a:pt x="4" y="41"/>
                      <a:pt x="21" y="0"/>
                      <a:pt x="48" y="3"/>
                    </a:cubicBezTo>
                    <a:cubicBezTo>
                      <a:pt x="74" y="6"/>
                      <a:pt x="58" y="145"/>
                      <a:pt x="0" y="8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" name="Google Shape;590;p23"/>
              <p:cNvSpPr/>
              <p:nvPr/>
            </p:nvSpPr>
            <p:spPr>
              <a:xfrm>
                <a:off x="7234857" y="1819370"/>
                <a:ext cx="33360" cy="27233"/>
              </a:xfrm>
              <a:custGeom>
                <a:avLst/>
                <a:gdLst/>
                <a:ahLst/>
                <a:cxnLst/>
                <a:rect l="l" t="t" r="r" b="b"/>
                <a:pathLst>
                  <a:path w="38" h="30" extrusionOk="0">
                    <a:moveTo>
                      <a:pt x="1" y="30"/>
                    </a:moveTo>
                    <a:cubicBezTo>
                      <a:pt x="2" y="30"/>
                      <a:pt x="3" y="30"/>
                      <a:pt x="3" y="29"/>
                    </a:cubicBezTo>
                    <a:cubicBezTo>
                      <a:pt x="3" y="29"/>
                      <a:pt x="6" y="19"/>
                      <a:pt x="13" y="17"/>
                    </a:cubicBezTo>
                    <a:cubicBezTo>
                      <a:pt x="16" y="16"/>
                      <a:pt x="19" y="17"/>
                      <a:pt x="23" y="20"/>
                    </a:cubicBezTo>
                    <a:cubicBezTo>
                      <a:pt x="24" y="20"/>
                      <a:pt x="25" y="20"/>
                      <a:pt x="25" y="20"/>
                    </a:cubicBezTo>
                    <a:cubicBezTo>
                      <a:pt x="26" y="19"/>
                      <a:pt x="26" y="18"/>
                      <a:pt x="25" y="17"/>
                    </a:cubicBezTo>
                    <a:cubicBezTo>
                      <a:pt x="20" y="14"/>
                      <a:pt x="16" y="13"/>
                      <a:pt x="12" y="14"/>
                    </a:cubicBezTo>
                    <a:cubicBezTo>
                      <a:pt x="11" y="14"/>
                      <a:pt x="10" y="15"/>
                      <a:pt x="9" y="15"/>
                    </a:cubicBezTo>
                    <a:cubicBezTo>
                      <a:pt x="14" y="8"/>
                      <a:pt x="20" y="4"/>
                      <a:pt x="25" y="4"/>
                    </a:cubicBezTo>
                    <a:cubicBezTo>
                      <a:pt x="28" y="5"/>
                      <a:pt x="31" y="7"/>
                      <a:pt x="33" y="11"/>
                    </a:cubicBezTo>
                    <a:cubicBezTo>
                      <a:pt x="34" y="14"/>
                      <a:pt x="35" y="17"/>
                      <a:pt x="35" y="17"/>
                    </a:cubicBezTo>
                    <a:cubicBezTo>
                      <a:pt x="35" y="17"/>
                      <a:pt x="36" y="18"/>
                      <a:pt x="37" y="18"/>
                    </a:cubicBezTo>
                    <a:cubicBezTo>
                      <a:pt x="38" y="18"/>
                      <a:pt x="38" y="17"/>
                      <a:pt x="38" y="16"/>
                    </a:cubicBezTo>
                    <a:cubicBezTo>
                      <a:pt x="38" y="15"/>
                      <a:pt x="36" y="3"/>
                      <a:pt x="26" y="1"/>
                    </a:cubicBezTo>
                    <a:cubicBezTo>
                      <a:pt x="16" y="0"/>
                      <a:pt x="4" y="12"/>
                      <a:pt x="0" y="28"/>
                    </a:cubicBezTo>
                    <a:cubicBezTo>
                      <a:pt x="0" y="29"/>
                      <a:pt x="0" y="30"/>
                      <a:pt x="1" y="30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p23"/>
              <p:cNvSpPr/>
              <p:nvPr/>
            </p:nvSpPr>
            <p:spPr>
              <a:xfrm>
                <a:off x="6982954" y="1615124"/>
                <a:ext cx="307050" cy="19471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18" extrusionOk="0">
                    <a:moveTo>
                      <a:pt x="38" y="175"/>
                    </a:moveTo>
                    <a:cubicBezTo>
                      <a:pt x="38" y="175"/>
                      <a:pt x="93" y="160"/>
                      <a:pt x="116" y="109"/>
                    </a:cubicBezTo>
                    <a:cubicBezTo>
                      <a:pt x="116" y="109"/>
                      <a:pt x="163" y="212"/>
                      <a:pt x="290" y="218"/>
                    </a:cubicBezTo>
                    <a:cubicBezTo>
                      <a:pt x="290" y="218"/>
                      <a:pt x="293" y="164"/>
                      <a:pt x="344" y="175"/>
                    </a:cubicBezTo>
                    <a:cubicBezTo>
                      <a:pt x="344" y="175"/>
                      <a:pt x="340" y="87"/>
                      <a:pt x="280" y="44"/>
                    </a:cubicBezTo>
                    <a:cubicBezTo>
                      <a:pt x="219" y="0"/>
                      <a:pt x="137" y="38"/>
                      <a:pt x="137" y="38"/>
                    </a:cubicBezTo>
                    <a:cubicBezTo>
                      <a:pt x="137" y="38"/>
                      <a:pt x="120" y="18"/>
                      <a:pt x="75" y="35"/>
                    </a:cubicBezTo>
                    <a:cubicBezTo>
                      <a:pt x="30" y="52"/>
                      <a:pt x="0" y="177"/>
                      <a:pt x="0" y="177"/>
                    </a:cubicBezTo>
                    <a:cubicBezTo>
                      <a:pt x="0" y="177"/>
                      <a:pt x="24" y="180"/>
                      <a:pt x="38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23"/>
              <p:cNvSpPr/>
              <p:nvPr/>
            </p:nvSpPr>
            <p:spPr>
              <a:xfrm>
                <a:off x="7394850" y="2367429"/>
                <a:ext cx="39487" cy="211054"/>
              </a:xfrm>
              <a:custGeom>
                <a:avLst/>
                <a:gdLst/>
                <a:ahLst/>
                <a:cxnLst/>
                <a:rect l="l" t="t" r="r" b="b"/>
                <a:pathLst>
                  <a:path w="44" h="237" extrusionOk="0">
                    <a:moveTo>
                      <a:pt x="0" y="119"/>
                    </a:moveTo>
                    <a:cubicBezTo>
                      <a:pt x="0" y="184"/>
                      <a:pt x="16" y="237"/>
                      <a:pt x="16" y="237"/>
                    </a:cubicBezTo>
                    <a:cubicBezTo>
                      <a:pt x="16" y="237"/>
                      <a:pt x="44" y="184"/>
                      <a:pt x="44" y="119"/>
                    </a:cubicBezTo>
                    <a:cubicBezTo>
                      <a:pt x="44" y="53"/>
                      <a:pt x="22" y="0"/>
                      <a:pt x="22" y="0"/>
                    </a:cubicBezTo>
                    <a:cubicBezTo>
                      <a:pt x="22" y="0"/>
                      <a:pt x="0" y="53"/>
                      <a:pt x="0" y="119"/>
                    </a:cubicBezTo>
                    <a:close/>
                  </a:path>
                </a:pathLst>
              </a:custGeom>
              <a:solidFill>
                <a:srgbClr val="27314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23"/>
              <p:cNvSpPr/>
              <p:nvPr/>
            </p:nvSpPr>
            <p:spPr>
              <a:xfrm>
                <a:off x="7071461" y="2201990"/>
                <a:ext cx="322709" cy="447298"/>
              </a:xfrm>
              <a:custGeom>
                <a:avLst/>
                <a:gdLst/>
                <a:ahLst/>
                <a:cxnLst/>
                <a:rect l="l" t="t" r="r" b="b"/>
                <a:pathLst>
                  <a:path w="362" h="501" extrusionOk="0">
                    <a:moveTo>
                      <a:pt x="19" y="25"/>
                    </a:moveTo>
                    <a:cubicBezTo>
                      <a:pt x="312" y="0"/>
                      <a:pt x="312" y="0"/>
                      <a:pt x="312" y="0"/>
                    </a:cubicBezTo>
                    <a:cubicBezTo>
                      <a:pt x="319" y="1"/>
                      <a:pt x="325" y="7"/>
                      <a:pt x="326" y="15"/>
                    </a:cubicBezTo>
                    <a:cubicBezTo>
                      <a:pt x="361" y="459"/>
                      <a:pt x="361" y="459"/>
                      <a:pt x="361" y="459"/>
                    </a:cubicBezTo>
                    <a:cubicBezTo>
                      <a:pt x="362" y="469"/>
                      <a:pt x="353" y="477"/>
                      <a:pt x="343" y="476"/>
                    </a:cubicBezTo>
                    <a:cubicBezTo>
                      <a:pt x="50" y="501"/>
                      <a:pt x="50" y="501"/>
                      <a:pt x="50" y="501"/>
                    </a:cubicBezTo>
                    <a:cubicBezTo>
                      <a:pt x="42" y="500"/>
                      <a:pt x="36" y="494"/>
                      <a:pt x="36" y="486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33"/>
                      <a:pt x="9" y="24"/>
                      <a:pt x="19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" name="Google Shape;594;p23"/>
              <p:cNvSpPr/>
              <p:nvPr/>
            </p:nvSpPr>
            <p:spPr>
              <a:xfrm>
                <a:off x="7197413" y="2319091"/>
                <a:ext cx="70800" cy="72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" name="Google Shape;595;p23"/>
              <p:cNvSpPr/>
              <p:nvPr/>
            </p:nvSpPr>
            <p:spPr>
              <a:xfrm>
                <a:off x="7270941" y="2312283"/>
                <a:ext cx="171567" cy="204927"/>
              </a:xfrm>
              <a:custGeom>
                <a:avLst/>
                <a:gdLst/>
                <a:ahLst/>
                <a:cxnLst/>
                <a:rect l="l" t="t" r="r" b="b"/>
                <a:pathLst>
                  <a:path w="192" h="230" extrusionOk="0">
                    <a:moveTo>
                      <a:pt x="128" y="230"/>
                    </a:moveTo>
                    <a:cubicBezTo>
                      <a:pt x="146" y="224"/>
                      <a:pt x="174" y="212"/>
                      <a:pt x="180" y="189"/>
                    </a:cubicBezTo>
                    <a:cubicBezTo>
                      <a:pt x="190" y="155"/>
                      <a:pt x="192" y="61"/>
                      <a:pt x="174" y="45"/>
                    </a:cubicBezTo>
                    <a:cubicBezTo>
                      <a:pt x="156" y="29"/>
                      <a:pt x="27" y="0"/>
                      <a:pt x="27" y="0"/>
                    </a:cubicBezTo>
                    <a:cubicBezTo>
                      <a:pt x="27" y="0"/>
                      <a:pt x="21" y="26"/>
                      <a:pt x="45" y="36"/>
                    </a:cubicBezTo>
                    <a:cubicBezTo>
                      <a:pt x="69" y="45"/>
                      <a:pt x="133" y="64"/>
                      <a:pt x="133" y="64"/>
                    </a:cubicBezTo>
                    <a:cubicBezTo>
                      <a:pt x="3" y="59"/>
                      <a:pt x="3" y="59"/>
                      <a:pt x="3" y="59"/>
                    </a:cubicBezTo>
                    <a:cubicBezTo>
                      <a:pt x="3" y="59"/>
                      <a:pt x="0" y="77"/>
                      <a:pt x="15" y="86"/>
                    </a:cubicBezTo>
                    <a:cubicBezTo>
                      <a:pt x="30" y="95"/>
                      <a:pt x="116" y="97"/>
                      <a:pt x="116" y="97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5"/>
                      <a:pt x="7" y="120"/>
                      <a:pt x="35" y="123"/>
                    </a:cubicBezTo>
                    <a:cubicBezTo>
                      <a:pt x="62" y="126"/>
                      <a:pt x="126" y="132"/>
                      <a:pt x="126" y="132"/>
                    </a:cubicBezTo>
                    <a:cubicBezTo>
                      <a:pt x="52" y="129"/>
                      <a:pt x="52" y="129"/>
                      <a:pt x="52" y="129"/>
                    </a:cubicBezTo>
                    <a:cubicBezTo>
                      <a:pt x="52" y="129"/>
                      <a:pt x="53" y="154"/>
                      <a:pt x="79" y="157"/>
                    </a:cubicBezTo>
                    <a:cubicBezTo>
                      <a:pt x="98" y="159"/>
                      <a:pt x="123" y="163"/>
                      <a:pt x="123" y="163"/>
                    </a:cubicBezTo>
                    <a:lnTo>
                      <a:pt x="128" y="23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" name="Google Shape;596;p23"/>
              <p:cNvSpPr/>
              <p:nvPr/>
            </p:nvSpPr>
            <p:spPr>
              <a:xfrm>
                <a:off x="7104140" y="1805073"/>
                <a:ext cx="27233" cy="47657"/>
              </a:xfrm>
              <a:custGeom>
                <a:avLst/>
                <a:gdLst/>
                <a:ahLst/>
                <a:cxnLst/>
                <a:rect l="l" t="t" r="r" b="b"/>
                <a:pathLst>
                  <a:path w="30" h="53" extrusionOk="0">
                    <a:moveTo>
                      <a:pt x="0" y="0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26" y="3"/>
                      <a:pt x="30" y="15"/>
                      <a:pt x="28" y="28"/>
                    </a:cubicBezTo>
                    <a:cubicBezTo>
                      <a:pt x="27" y="42"/>
                      <a:pt x="20" y="53"/>
                      <a:pt x="14" y="52"/>
                    </a:cubicBezTo>
                    <a:cubicBezTo>
                      <a:pt x="8" y="51"/>
                      <a:pt x="4" y="40"/>
                      <a:pt x="5" y="26"/>
                    </a:cubicBezTo>
                    <a:cubicBezTo>
                      <a:pt x="6" y="20"/>
                      <a:pt x="7" y="15"/>
                      <a:pt x="9" y="1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7" name="Google Shape;597;p23"/>
            <p:cNvGrpSpPr/>
            <p:nvPr/>
          </p:nvGrpSpPr>
          <p:grpSpPr>
            <a:xfrm>
              <a:off x="5350825" y="945922"/>
              <a:ext cx="669524" cy="947131"/>
              <a:chOff x="6000261" y="1225220"/>
              <a:chExt cx="627600" cy="887824"/>
            </a:xfrm>
          </p:grpSpPr>
          <p:sp>
            <p:nvSpPr>
              <p:cNvPr id="598" name="Google Shape;598;p23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599;p23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" name="Google Shape;600;p23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" name="Google Shape;601;p23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" name="Google Shape;602;p23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603;p23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" name="Google Shape;604;p23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23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23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23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23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23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1" name="Google Shape;611;p23"/>
            <p:cNvGrpSpPr/>
            <p:nvPr/>
          </p:nvGrpSpPr>
          <p:grpSpPr>
            <a:xfrm flipH="1">
              <a:off x="6374171" y="713259"/>
              <a:ext cx="588491" cy="951052"/>
              <a:chOff x="1062996" y="1340396"/>
              <a:chExt cx="588491" cy="951052"/>
            </a:xfrm>
          </p:grpSpPr>
          <p:sp>
            <p:nvSpPr>
              <p:cNvPr id="612" name="Google Shape;612;p23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23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23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23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p23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8" name="Google Shape;618;p23"/>
            <p:cNvGrpSpPr/>
            <p:nvPr/>
          </p:nvGrpSpPr>
          <p:grpSpPr>
            <a:xfrm>
              <a:off x="4997878" y="2657014"/>
              <a:ext cx="471946" cy="712345"/>
              <a:chOff x="2047101" y="2145599"/>
              <a:chExt cx="407553" cy="615151"/>
            </a:xfrm>
          </p:grpSpPr>
          <p:sp>
            <p:nvSpPr>
              <p:cNvPr id="619" name="Google Shape;619;p23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avLst/>
                <a:gdLst/>
                <a:ahLst/>
                <a:cxnLst/>
                <a:rect l="l" t="t" r="r" b="b"/>
                <a:pathLst>
                  <a:path w="879" h="1325" extrusionOk="0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23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439" extrusionOk="0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621;p23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23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70" extrusionOk="0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23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248" h="170" extrusionOk="0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23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23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23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23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23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23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23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23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23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p23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" name="Google Shape;634;p23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" name="Google Shape;635;p23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23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23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23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23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6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23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23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23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47" extrusionOk="0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23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23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23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23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23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23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58" extrusionOk="0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9" name="Google Shape;649;p23"/>
            <p:cNvGrpSpPr/>
            <p:nvPr/>
          </p:nvGrpSpPr>
          <p:grpSpPr>
            <a:xfrm>
              <a:off x="7164619" y="1316177"/>
              <a:ext cx="415198" cy="415198"/>
              <a:chOff x="1404969" y="1106377"/>
              <a:chExt cx="415198" cy="415198"/>
            </a:xfrm>
          </p:grpSpPr>
          <p:sp>
            <p:nvSpPr>
              <p:cNvPr id="650" name="Google Shape;650;p23"/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23"/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2" name="Google Shape;652;p23"/>
            <p:cNvSpPr/>
            <p:nvPr/>
          </p:nvSpPr>
          <p:spPr>
            <a:xfrm>
              <a:off x="3840701" y="867524"/>
              <a:ext cx="531600" cy="876850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23"/>
            <p:cNvSpPr/>
            <p:nvPr/>
          </p:nvSpPr>
          <p:spPr>
            <a:xfrm>
              <a:off x="6535672" y="3138738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23"/>
            <p:cNvSpPr/>
            <p:nvPr/>
          </p:nvSpPr>
          <p:spPr>
            <a:xfrm>
              <a:off x="5627753" y="3138762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aloo 2 ExtraBold"/>
              <a:buNone/>
              <a:defRPr sz="32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5" r:id="rId3"/>
    <p:sldLayoutId id="2147483658" r:id="rId4"/>
    <p:sldLayoutId id="2147483665" r:id="rId5"/>
    <p:sldLayoutId id="2147483668" r:id="rId6"/>
    <p:sldLayoutId id="2147483669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9" name="Google Shape;669;p27"/>
          <p:cNvGrpSpPr/>
          <p:nvPr/>
        </p:nvGrpSpPr>
        <p:grpSpPr>
          <a:xfrm>
            <a:off x="5727247" y="1202447"/>
            <a:ext cx="3246799" cy="3446635"/>
            <a:chOff x="4765672" y="760436"/>
            <a:chExt cx="3246799" cy="3446635"/>
          </a:xfrm>
        </p:grpSpPr>
        <p:sp>
          <p:nvSpPr>
            <p:cNvPr id="670" name="Google Shape;670;p27"/>
            <p:cNvSpPr/>
            <p:nvPr/>
          </p:nvSpPr>
          <p:spPr>
            <a:xfrm>
              <a:off x="4980353" y="1104437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71" name="Google Shape;671;p27"/>
            <p:cNvGrpSpPr/>
            <p:nvPr/>
          </p:nvGrpSpPr>
          <p:grpSpPr>
            <a:xfrm>
              <a:off x="5401276" y="1531636"/>
              <a:ext cx="1966177" cy="1269999"/>
              <a:chOff x="5401276" y="1531636"/>
              <a:chExt cx="1966177" cy="1269999"/>
            </a:xfrm>
          </p:grpSpPr>
          <p:sp>
            <p:nvSpPr>
              <p:cNvPr id="672" name="Google Shape;672;p27"/>
              <p:cNvSpPr/>
              <p:nvPr/>
            </p:nvSpPr>
            <p:spPr>
              <a:xfrm>
                <a:off x="5401276" y="1651521"/>
                <a:ext cx="1966177" cy="115011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27"/>
              <p:cNvSpPr/>
              <p:nvPr/>
            </p:nvSpPr>
            <p:spPr>
              <a:xfrm>
                <a:off x="5401276" y="1531636"/>
                <a:ext cx="1966109" cy="119885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rgbClr val="4C69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27"/>
              <p:cNvSpPr/>
              <p:nvPr/>
            </p:nvSpPr>
            <p:spPr>
              <a:xfrm>
                <a:off x="5454368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27"/>
              <p:cNvSpPr/>
              <p:nvPr/>
            </p:nvSpPr>
            <p:spPr>
              <a:xfrm>
                <a:off x="5538287" y="1564176"/>
                <a:ext cx="55586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27"/>
              <p:cNvSpPr/>
              <p:nvPr/>
            </p:nvSpPr>
            <p:spPr>
              <a:xfrm>
                <a:off x="5623919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27"/>
              <p:cNvSpPr/>
              <p:nvPr/>
            </p:nvSpPr>
            <p:spPr>
              <a:xfrm>
                <a:off x="5498040" y="1803090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27"/>
              <p:cNvSpPr/>
              <p:nvPr/>
            </p:nvSpPr>
            <p:spPr>
              <a:xfrm>
                <a:off x="5498040" y="1983774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27"/>
              <p:cNvSpPr/>
              <p:nvPr/>
            </p:nvSpPr>
            <p:spPr>
              <a:xfrm>
                <a:off x="5498040" y="2165314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27"/>
              <p:cNvSpPr/>
              <p:nvPr/>
            </p:nvSpPr>
            <p:spPr>
              <a:xfrm>
                <a:off x="5498040" y="2345997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p27"/>
              <p:cNvSpPr/>
              <p:nvPr/>
            </p:nvSpPr>
            <p:spPr>
              <a:xfrm>
                <a:off x="5498040" y="1888722"/>
                <a:ext cx="1773436" cy="834914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27"/>
              <p:cNvSpPr/>
              <p:nvPr/>
            </p:nvSpPr>
            <p:spPr>
              <a:xfrm>
                <a:off x="5498040" y="1923831"/>
                <a:ext cx="1773436" cy="799805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3" name="Google Shape;683;p27"/>
            <p:cNvGrpSpPr/>
            <p:nvPr/>
          </p:nvGrpSpPr>
          <p:grpSpPr>
            <a:xfrm>
              <a:off x="6490512" y="1274487"/>
              <a:ext cx="570358" cy="534450"/>
              <a:chOff x="6490512" y="890962"/>
              <a:chExt cx="570358" cy="534450"/>
            </a:xfrm>
          </p:grpSpPr>
          <p:sp>
            <p:nvSpPr>
              <p:cNvPr id="684" name="Google Shape;684;p27"/>
              <p:cNvSpPr/>
              <p:nvPr/>
            </p:nvSpPr>
            <p:spPr>
              <a:xfrm>
                <a:off x="6490512" y="946623"/>
                <a:ext cx="570358" cy="47878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27"/>
              <p:cNvSpPr/>
              <p:nvPr/>
            </p:nvSpPr>
            <p:spPr>
              <a:xfrm>
                <a:off x="6581282" y="1372215"/>
                <a:ext cx="88883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27"/>
              <p:cNvSpPr/>
              <p:nvPr/>
            </p:nvSpPr>
            <p:spPr>
              <a:xfrm>
                <a:off x="6530758" y="1361939"/>
                <a:ext cx="34372" cy="3517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27"/>
              <p:cNvSpPr/>
              <p:nvPr/>
            </p:nvSpPr>
            <p:spPr>
              <a:xfrm>
                <a:off x="6938367" y="1372215"/>
                <a:ext cx="89958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27"/>
              <p:cNvSpPr/>
              <p:nvPr/>
            </p:nvSpPr>
            <p:spPr>
              <a:xfrm>
                <a:off x="6888700" y="1361939"/>
                <a:ext cx="35177" cy="3517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27"/>
              <p:cNvSpPr/>
              <p:nvPr/>
            </p:nvSpPr>
            <p:spPr>
              <a:xfrm>
                <a:off x="6490512" y="890962"/>
                <a:ext cx="570309" cy="55661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27"/>
              <p:cNvSpPr/>
              <p:nvPr/>
            </p:nvSpPr>
            <p:spPr>
              <a:xfrm>
                <a:off x="651448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27"/>
              <p:cNvSpPr/>
              <p:nvPr/>
            </p:nvSpPr>
            <p:spPr>
              <a:xfrm>
                <a:off x="655387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27"/>
              <p:cNvSpPr/>
              <p:nvPr/>
            </p:nvSpPr>
            <p:spPr>
              <a:xfrm>
                <a:off x="6593270" y="906376"/>
                <a:ext cx="26584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27"/>
              <p:cNvSpPr/>
              <p:nvPr/>
            </p:nvSpPr>
            <p:spPr>
              <a:xfrm>
                <a:off x="6591557" y="980876"/>
                <a:ext cx="368100" cy="36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27"/>
              <p:cNvSpPr/>
              <p:nvPr/>
            </p:nvSpPr>
            <p:spPr>
              <a:xfrm>
                <a:off x="6654069" y="1044243"/>
                <a:ext cx="236344" cy="236344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7"/>
              <p:cNvSpPr/>
              <p:nvPr/>
            </p:nvSpPr>
            <p:spPr>
              <a:xfrm>
                <a:off x="6635229" y="1037393"/>
                <a:ext cx="116460" cy="110466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6" name="Google Shape;696;p27"/>
            <p:cNvGrpSpPr/>
            <p:nvPr/>
          </p:nvGrpSpPr>
          <p:grpSpPr>
            <a:xfrm>
              <a:off x="5094926" y="2317556"/>
              <a:ext cx="717033" cy="1014339"/>
              <a:chOff x="5094926" y="2317556"/>
              <a:chExt cx="717033" cy="1014339"/>
            </a:xfrm>
          </p:grpSpPr>
          <p:sp>
            <p:nvSpPr>
              <p:cNvPr id="697" name="Google Shape;697;p27"/>
              <p:cNvSpPr/>
              <p:nvPr/>
            </p:nvSpPr>
            <p:spPr>
              <a:xfrm>
                <a:off x="5094926" y="2395159"/>
                <a:ext cx="717033" cy="93673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27"/>
              <p:cNvSpPr/>
              <p:nvPr/>
            </p:nvSpPr>
            <p:spPr>
              <a:xfrm>
                <a:off x="5094926" y="2317556"/>
                <a:ext cx="717009" cy="7760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27"/>
              <p:cNvSpPr/>
              <p:nvPr/>
            </p:nvSpPr>
            <p:spPr>
              <a:xfrm>
                <a:off x="512880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27"/>
              <p:cNvSpPr/>
              <p:nvPr/>
            </p:nvSpPr>
            <p:spPr>
              <a:xfrm>
                <a:off x="518345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27"/>
              <p:cNvSpPr/>
              <p:nvPr/>
            </p:nvSpPr>
            <p:spPr>
              <a:xfrm>
                <a:off x="5239202" y="2338323"/>
                <a:ext cx="34961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27"/>
              <p:cNvSpPr/>
              <p:nvPr/>
            </p:nvSpPr>
            <p:spPr>
              <a:xfrm>
                <a:off x="5209690" y="2827988"/>
                <a:ext cx="111394" cy="16280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27"/>
              <p:cNvSpPr/>
              <p:nvPr/>
            </p:nvSpPr>
            <p:spPr>
              <a:xfrm>
                <a:off x="5379106" y="2715409"/>
                <a:ext cx="112422" cy="27557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27"/>
              <p:cNvSpPr/>
              <p:nvPr/>
            </p:nvSpPr>
            <p:spPr>
              <a:xfrm>
                <a:off x="5548521" y="2613760"/>
                <a:ext cx="111394" cy="37702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27"/>
              <p:cNvSpPr/>
              <p:nvPr/>
            </p:nvSpPr>
            <p:spPr>
              <a:xfrm>
                <a:off x="5249039" y="2446530"/>
                <a:ext cx="351946" cy="353041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rgbClr val="38477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27"/>
              <p:cNvSpPr/>
              <p:nvPr/>
            </p:nvSpPr>
            <p:spPr>
              <a:xfrm>
                <a:off x="5176900" y="3061891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27"/>
              <p:cNvSpPr/>
              <p:nvPr/>
            </p:nvSpPr>
            <p:spPr>
              <a:xfrm>
                <a:off x="5176900" y="3122006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27"/>
              <p:cNvSpPr/>
              <p:nvPr/>
            </p:nvSpPr>
            <p:spPr>
              <a:xfrm>
                <a:off x="5237016" y="3182121"/>
                <a:ext cx="431522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27"/>
              <p:cNvSpPr/>
              <p:nvPr/>
            </p:nvSpPr>
            <p:spPr>
              <a:xfrm>
                <a:off x="5314619" y="3242236"/>
                <a:ext cx="276599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10" name="Google Shape;710;p27"/>
            <p:cNvSpPr/>
            <p:nvPr/>
          </p:nvSpPr>
          <p:spPr>
            <a:xfrm>
              <a:off x="5914065" y="760436"/>
              <a:ext cx="232055" cy="38276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27"/>
            <p:cNvSpPr/>
            <p:nvPr/>
          </p:nvSpPr>
          <p:spPr>
            <a:xfrm>
              <a:off x="7710871" y="1262143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2" name="Google Shape;712;p27"/>
            <p:cNvGrpSpPr/>
            <p:nvPr/>
          </p:nvGrpSpPr>
          <p:grpSpPr>
            <a:xfrm>
              <a:off x="6655110" y="1951719"/>
              <a:ext cx="1239180" cy="2255353"/>
              <a:chOff x="7710885" y="1951719"/>
              <a:chExt cx="1239180" cy="2255353"/>
            </a:xfrm>
          </p:grpSpPr>
          <p:sp>
            <p:nvSpPr>
              <p:cNvPr id="713" name="Google Shape;713;p27"/>
              <p:cNvSpPr/>
              <p:nvPr/>
            </p:nvSpPr>
            <p:spPr>
              <a:xfrm>
                <a:off x="7999817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6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27"/>
              <p:cNvSpPr/>
              <p:nvPr/>
            </p:nvSpPr>
            <p:spPr>
              <a:xfrm>
                <a:off x="8421293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5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27"/>
              <p:cNvSpPr/>
              <p:nvPr/>
            </p:nvSpPr>
            <p:spPr>
              <a:xfrm>
                <a:off x="8168829" y="2965085"/>
                <a:ext cx="673940" cy="1132586"/>
              </a:xfrm>
              <a:custGeom>
                <a:avLst/>
                <a:gdLst/>
                <a:ahLst/>
                <a:cxnLst/>
                <a:rect l="l" t="t" r="r" b="b"/>
                <a:pathLst>
                  <a:path w="734" h="1232" extrusionOk="0">
                    <a:moveTo>
                      <a:pt x="136" y="0"/>
                    </a:moveTo>
                    <a:cubicBezTo>
                      <a:pt x="19" y="622"/>
                      <a:pt x="19" y="622"/>
                      <a:pt x="19" y="622"/>
                    </a:cubicBezTo>
                    <a:cubicBezTo>
                      <a:pt x="0" y="1201"/>
                      <a:pt x="0" y="1201"/>
                      <a:pt x="0" y="1201"/>
                    </a:cubicBezTo>
                    <a:cubicBezTo>
                      <a:pt x="0" y="1201"/>
                      <a:pt x="202" y="1223"/>
                      <a:pt x="282" y="1201"/>
                    </a:cubicBezTo>
                    <a:cubicBezTo>
                      <a:pt x="284" y="657"/>
                      <a:pt x="284" y="657"/>
                      <a:pt x="284" y="657"/>
                    </a:cubicBezTo>
                    <a:cubicBezTo>
                      <a:pt x="367" y="278"/>
                      <a:pt x="367" y="278"/>
                      <a:pt x="367" y="278"/>
                    </a:cubicBezTo>
                    <a:cubicBezTo>
                      <a:pt x="434" y="1215"/>
                      <a:pt x="434" y="1215"/>
                      <a:pt x="434" y="1215"/>
                    </a:cubicBezTo>
                    <a:cubicBezTo>
                      <a:pt x="434" y="1215"/>
                      <a:pt x="647" y="1232"/>
                      <a:pt x="734" y="1201"/>
                    </a:cubicBezTo>
                    <a:cubicBezTo>
                      <a:pt x="635" y="0"/>
                      <a:pt x="635" y="0"/>
                      <a:pt x="635" y="0"/>
                    </a:cubicBezTo>
                    <a:cubicBezTo>
                      <a:pt x="136" y="0"/>
                      <a:pt x="136" y="0"/>
                      <a:pt x="13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27"/>
              <p:cNvSpPr/>
              <p:nvPr/>
            </p:nvSpPr>
            <p:spPr>
              <a:xfrm>
                <a:off x="8051713" y="2361974"/>
                <a:ext cx="343633" cy="682356"/>
              </a:xfrm>
              <a:custGeom>
                <a:avLst/>
                <a:gdLst/>
                <a:ahLst/>
                <a:cxnLst/>
                <a:rect l="l" t="t" r="r" b="b"/>
                <a:pathLst>
                  <a:path w="374" h="743" extrusionOk="0">
                    <a:moveTo>
                      <a:pt x="343" y="587"/>
                    </a:moveTo>
                    <a:cubicBezTo>
                      <a:pt x="335" y="602"/>
                      <a:pt x="300" y="626"/>
                      <a:pt x="270" y="646"/>
                    </a:cubicBezTo>
                    <a:cubicBezTo>
                      <a:pt x="248" y="661"/>
                      <a:pt x="228" y="673"/>
                      <a:pt x="224" y="676"/>
                    </a:cubicBezTo>
                    <a:cubicBezTo>
                      <a:pt x="215" y="681"/>
                      <a:pt x="207" y="686"/>
                      <a:pt x="198" y="690"/>
                    </a:cubicBezTo>
                    <a:cubicBezTo>
                      <a:pt x="116" y="734"/>
                      <a:pt x="0" y="743"/>
                      <a:pt x="0" y="743"/>
                    </a:cubicBezTo>
                    <a:cubicBezTo>
                      <a:pt x="5" y="519"/>
                      <a:pt x="5" y="519"/>
                      <a:pt x="5" y="519"/>
                    </a:cubicBezTo>
                    <a:cubicBezTo>
                      <a:pt x="129" y="490"/>
                      <a:pt x="129" y="490"/>
                      <a:pt x="129" y="490"/>
                    </a:cubicBezTo>
                    <a:cubicBezTo>
                      <a:pt x="129" y="490"/>
                      <a:pt x="221" y="136"/>
                      <a:pt x="240" y="86"/>
                    </a:cubicBezTo>
                    <a:cubicBezTo>
                      <a:pt x="259" y="36"/>
                      <a:pt x="355" y="0"/>
                      <a:pt x="355" y="0"/>
                    </a:cubicBezTo>
                    <a:cubicBezTo>
                      <a:pt x="346" y="67"/>
                      <a:pt x="346" y="67"/>
                      <a:pt x="346" y="67"/>
                    </a:cubicBezTo>
                    <a:cubicBezTo>
                      <a:pt x="348" y="371"/>
                      <a:pt x="348" y="371"/>
                      <a:pt x="348" y="371"/>
                    </a:cubicBezTo>
                    <a:cubicBezTo>
                      <a:pt x="345" y="444"/>
                      <a:pt x="374" y="529"/>
                      <a:pt x="343" y="5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27"/>
              <p:cNvSpPr/>
              <p:nvPr/>
            </p:nvSpPr>
            <p:spPr>
              <a:xfrm>
                <a:off x="7986493" y="2838852"/>
                <a:ext cx="130500" cy="205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27"/>
              <p:cNvSpPr/>
              <p:nvPr/>
            </p:nvSpPr>
            <p:spPr>
              <a:xfrm>
                <a:off x="8234049" y="2584283"/>
                <a:ext cx="113609" cy="411658"/>
              </a:xfrm>
              <a:custGeom>
                <a:avLst/>
                <a:gdLst/>
                <a:ahLst/>
                <a:cxnLst/>
                <a:rect l="l" t="t" r="r" b="b"/>
                <a:pathLst>
                  <a:path w="124" h="448" extrusionOk="0">
                    <a:moveTo>
                      <a:pt x="67" y="275"/>
                    </a:moveTo>
                    <a:cubicBezTo>
                      <a:pt x="64" y="285"/>
                      <a:pt x="60" y="291"/>
                      <a:pt x="55" y="295"/>
                    </a:cubicBezTo>
                    <a:cubicBezTo>
                      <a:pt x="51" y="300"/>
                      <a:pt x="45" y="301"/>
                      <a:pt x="41" y="302"/>
                    </a:cubicBezTo>
                    <a:cubicBezTo>
                      <a:pt x="0" y="448"/>
                      <a:pt x="0" y="448"/>
                      <a:pt x="0" y="448"/>
                    </a:cubicBezTo>
                    <a:cubicBezTo>
                      <a:pt x="9" y="444"/>
                      <a:pt x="17" y="439"/>
                      <a:pt x="26" y="434"/>
                    </a:cubicBezTo>
                    <a:cubicBezTo>
                      <a:pt x="28" y="432"/>
                      <a:pt x="38" y="426"/>
                      <a:pt x="50" y="418"/>
                    </a:cubicBezTo>
                    <a:cubicBezTo>
                      <a:pt x="71" y="298"/>
                      <a:pt x="71" y="298"/>
                      <a:pt x="71" y="298"/>
                    </a:cubicBezTo>
                    <a:cubicBezTo>
                      <a:pt x="67" y="296"/>
                      <a:pt x="64" y="293"/>
                      <a:pt x="64" y="293"/>
                    </a:cubicBezTo>
                    <a:cubicBezTo>
                      <a:pt x="67" y="275"/>
                      <a:pt x="67" y="275"/>
                      <a:pt x="67" y="275"/>
                    </a:cubicBezTo>
                    <a:moveTo>
                      <a:pt x="124" y="0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8" y="143"/>
                      <a:pt x="93" y="144"/>
                      <a:pt x="99" y="145"/>
                    </a:cubicBezTo>
                    <a:cubicBezTo>
                      <a:pt x="122" y="14"/>
                      <a:pt x="122" y="14"/>
                      <a:pt x="122" y="14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27"/>
              <p:cNvSpPr/>
              <p:nvPr/>
            </p:nvSpPr>
            <p:spPr>
              <a:xfrm>
                <a:off x="8264204" y="2298858"/>
                <a:ext cx="522463" cy="815601"/>
              </a:xfrm>
              <a:custGeom>
                <a:avLst/>
                <a:gdLst/>
                <a:ahLst/>
                <a:cxnLst/>
                <a:rect l="l" t="t" r="r" b="b"/>
                <a:pathLst>
                  <a:path w="569" h="887" extrusionOk="0">
                    <a:moveTo>
                      <a:pt x="550" y="796"/>
                    </a:moveTo>
                    <a:cubicBezTo>
                      <a:pt x="555" y="837"/>
                      <a:pt x="555" y="837"/>
                      <a:pt x="555" y="837"/>
                    </a:cubicBezTo>
                    <a:cubicBezTo>
                      <a:pt x="484" y="882"/>
                      <a:pt x="303" y="887"/>
                      <a:pt x="190" y="875"/>
                    </a:cubicBezTo>
                    <a:cubicBezTo>
                      <a:pt x="114" y="867"/>
                      <a:pt x="8" y="832"/>
                      <a:pt x="0" y="825"/>
                    </a:cubicBezTo>
                    <a:cubicBezTo>
                      <a:pt x="99" y="268"/>
                      <a:pt x="99" y="268"/>
                      <a:pt x="99" y="268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9" y="89"/>
                      <a:pt x="131" y="65"/>
                      <a:pt x="182" y="42"/>
                    </a:cubicBezTo>
                    <a:cubicBezTo>
                      <a:pt x="189" y="39"/>
                      <a:pt x="196" y="36"/>
                      <a:pt x="202" y="33"/>
                    </a:cubicBezTo>
                    <a:cubicBezTo>
                      <a:pt x="239" y="16"/>
                      <a:pt x="272" y="2"/>
                      <a:pt x="280" y="0"/>
                    </a:cubicBezTo>
                    <a:cubicBezTo>
                      <a:pt x="303" y="1"/>
                      <a:pt x="370" y="4"/>
                      <a:pt x="370" y="4"/>
                    </a:cubicBezTo>
                    <a:cubicBezTo>
                      <a:pt x="382" y="7"/>
                      <a:pt x="393" y="11"/>
                      <a:pt x="405" y="16"/>
                    </a:cubicBezTo>
                    <a:cubicBezTo>
                      <a:pt x="481" y="44"/>
                      <a:pt x="569" y="85"/>
                      <a:pt x="569" y="85"/>
                    </a:cubicBezTo>
                    <a:cubicBezTo>
                      <a:pt x="499" y="328"/>
                      <a:pt x="499" y="328"/>
                      <a:pt x="499" y="328"/>
                    </a:cubicBezTo>
                    <a:cubicBezTo>
                      <a:pt x="501" y="344"/>
                      <a:pt x="501" y="344"/>
                      <a:pt x="501" y="344"/>
                    </a:cubicBezTo>
                    <a:cubicBezTo>
                      <a:pt x="550" y="796"/>
                      <a:pt x="550" y="796"/>
                      <a:pt x="550" y="796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27"/>
              <p:cNvSpPr/>
              <p:nvPr/>
            </p:nvSpPr>
            <p:spPr>
              <a:xfrm>
                <a:off x="8394644" y="2599011"/>
                <a:ext cx="374490" cy="431294"/>
              </a:xfrm>
              <a:custGeom>
                <a:avLst/>
                <a:gdLst/>
                <a:ahLst/>
                <a:cxnLst/>
                <a:rect l="l" t="t" r="r" b="b"/>
                <a:pathLst>
                  <a:path w="408" h="470" extrusionOk="0">
                    <a:moveTo>
                      <a:pt x="336" y="0"/>
                    </a:moveTo>
                    <a:cubicBezTo>
                      <a:pt x="281" y="217"/>
                      <a:pt x="281" y="217"/>
                      <a:pt x="281" y="217"/>
                    </a:cubicBezTo>
                    <a:cubicBezTo>
                      <a:pt x="0" y="286"/>
                      <a:pt x="0" y="286"/>
                      <a:pt x="0" y="286"/>
                    </a:cubicBezTo>
                    <a:cubicBezTo>
                      <a:pt x="0" y="286"/>
                      <a:pt x="129" y="397"/>
                      <a:pt x="408" y="470"/>
                    </a:cubicBezTo>
                    <a:cubicBezTo>
                      <a:pt x="359" y="18"/>
                      <a:pt x="359" y="18"/>
                      <a:pt x="359" y="18"/>
                    </a:cubicBezTo>
                    <a:cubicBezTo>
                      <a:pt x="336" y="0"/>
                      <a:pt x="336" y="0"/>
                      <a:pt x="336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27"/>
              <p:cNvSpPr/>
              <p:nvPr/>
            </p:nvSpPr>
            <p:spPr>
              <a:xfrm>
                <a:off x="8473890" y="2174028"/>
                <a:ext cx="133245" cy="263685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87" extrusionOk="0">
                    <a:moveTo>
                      <a:pt x="145" y="0"/>
                    </a:moveTo>
                    <a:cubicBezTo>
                      <a:pt x="144" y="45"/>
                      <a:pt x="144" y="45"/>
                      <a:pt x="144" y="45"/>
                    </a:cubicBezTo>
                    <a:cubicBezTo>
                      <a:pt x="144" y="46"/>
                      <a:pt x="144" y="46"/>
                      <a:pt x="144" y="46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8" y="156"/>
                      <a:pt x="90" y="287"/>
                      <a:pt x="37" y="284"/>
                    </a:cubicBezTo>
                    <a:cubicBezTo>
                      <a:pt x="5" y="283"/>
                      <a:pt x="0" y="232"/>
                      <a:pt x="2" y="194"/>
                    </a:cubicBezTo>
                    <a:cubicBezTo>
                      <a:pt x="2" y="187"/>
                      <a:pt x="2" y="180"/>
                      <a:pt x="3" y="174"/>
                    </a:cubicBezTo>
                    <a:cubicBezTo>
                      <a:pt x="4" y="161"/>
                      <a:pt x="5" y="152"/>
                      <a:pt x="5" y="152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19" y="95"/>
                      <a:pt x="19" y="95"/>
                      <a:pt x="19" y="95"/>
                    </a:cubicBezTo>
                    <a:cubicBezTo>
                      <a:pt x="20" y="93"/>
                      <a:pt x="21" y="90"/>
                      <a:pt x="22" y="87"/>
                    </a:cubicBezTo>
                    <a:cubicBezTo>
                      <a:pt x="29" y="75"/>
                      <a:pt x="39" y="64"/>
                      <a:pt x="51" y="54"/>
                    </a:cubicBezTo>
                    <a:cubicBezTo>
                      <a:pt x="89" y="24"/>
                      <a:pt x="145" y="0"/>
                      <a:pt x="145" y="0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7"/>
              <p:cNvSpPr/>
              <p:nvPr/>
            </p:nvSpPr>
            <p:spPr>
              <a:xfrm>
                <a:off x="8605733" y="2215404"/>
                <a:ext cx="0" cy="140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FFBF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7"/>
              <p:cNvSpPr/>
              <p:nvPr/>
            </p:nvSpPr>
            <p:spPr>
              <a:xfrm>
                <a:off x="8475293" y="2216807"/>
                <a:ext cx="130440" cy="135349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48" extrusionOk="0">
                    <a:moveTo>
                      <a:pt x="142" y="0"/>
                    </a:moveTo>
                    <a:cubicBezTo>
                      <a:pt x="119" y="40"/>
                      <a:pt x="59" y="105"/>
                      <a:pt x="10" y="108"/>
                    </a:cubicBezTo>
                    <a:cubicBezTo>
                      <a:pt x="9" y="108"/>
                      <a:pt x="8" y="108"/>
                      <a:pt x="7" y="108"/>
                    </a:cubicBezTo>
                    <a:cubicBezTo>
                      <a:pt x="6" y="108"/>
                      <a:pt x="5" y="108"/>
                      <a:pt x="3" y="108"/>
                    </a:cubicBezTo>
                    <a:cubicBezTo>
                      <a:pt x="3" y="111"/>
                      <a:pt x="2" y="118"/>
                      <a:pt x="1" y="128"/>
                    </a:cubicBezTo>
                    <a:cubicBezTo>
                      <a:pt x="0" y="134"/>
                      <a:pt x="0" y="141"/>
                      <a:pt x="0" y="148"/>
                    </a:cubicBezTo>
                    <a:cubicBezTo>
                      <a:pt x="103" y="112"/>
                      <a:pt x="138" y="12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27"/>
              <p:cNvSpPr/>
              <p:nvPr/>
            </p:nvSpPr>
            <p:spPr>
              <a:xfrm>
                <a:off x="8181452" y="2713321"/>
                <a:ext cx="231426" cy="161998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76" extrusionOk="0">
                    <a:moveTo>
                      <a:pt x="158" y="124"/>
                    </a:moveTo>
                    <a:cubicBezTo>
                      <a:pt x="142" y="176"/>
                      <a:pt x="121" y="152"/>
                      <a:pt x="121" y="152"/>
                    </a:cubicBezTo>
                    <a:cubicBezTo>
                      <a:pt x="124" y="134"/>
                      <a:pt x="124" y="134"/>
                      <a:pt x="124" y="134"/>
                    </a:cubicBezTo>
                    <a:cubicBezTo>
                      <a:pt x="121" y="144"/>
                      <a:pt x="117" y="150"/>
                      <a:pt x="112" y="154"/>
                    </a:cubicBezTo>
                    <a:cubicBezTo>
                      <a:pt x="98" y="168"/>
                      <a:pt x="82" y="156"/>
                      <a:pt x="82" y="156"/>
                    </a:cubicBezTo>
                    <a:cubicBezTo>
                      <a:pt x="89" y="139"/>
                      <a:pt x="89" y="139"/>
                      <a:pt x="89" y="139"/>
                    </a:cubicBezTo>
                    <a:cubicBezTo>
                      <a:pt x="85" y="145"/>
                      <a:pt x="81" y="149"/>
                      <a:pt x="77" y="152"/>
                    </a:cubicBezTo>
                    <a:cubicBezTo>
                      <a:pt x="62" y="162"/>
                      <a:pt x="47" y="152"/>
                      <a:pt x="47" y="152"/>
                    </a:cubicBezTo>
                    <a:cubicBezTo>
                      <a:pt x="47" y="152"/>
                      <a:pt x="74" y="83"/>
                      <a:pt x="80" y="78"/>
                    </a:cubicBezTo>
                    <a:cubicBezTo>
                      <a:pt x="85" y="73"/>
                      <a:pt x="125" y="50"/>
                      <a:pt x="125" y="50"/>
                    </a:cubicBezTo>
                    <a:cubicBezTo>
                      <a:pt x="80" y="61"/>
                      <a:pt x="80" y="61"/>
                      <a:pt x="80" y="61"/>
                    </a:cubicBezTo>
                    <a:cubicBezTo>
                      <a:pt x="80" y="61"/>
                      <a:pt x="78" y="68"/>
                      <a:pt x="54" y="95"/>
                    </a:cubicBezTo>
                    <a:cubicBezTo>
                      <a:pt x="29" y="123"/>
                      <a:pt x="0" y="103"/>
                      <a:pt x="0" y="103"/>
                    </a:cubicBezTo>
                    <a:cubicBezTo>
                      <a:pt x="4" y="98"/>
                      <a:pt x="54" y="31"/>
                      <a:pt x="58" y="29"/>
                    </a:cubicBezTo>
                    <a:cubicBezTo>
                      <a:pt x="62" y="26"/>
                      <a:pt x="123" y="0"/>
                      <a:pt x="134" y="1"/>
                    </a:cubicBezTo>
                    <a:cubicBezTo>
                      <a:pt x="146" y="1"/>
                      <a:pt x="246" y="23"/>
                      <a:pt x="246" y="23"/>
                    </a:cubicBezTo>
                    <a:cubicBezTo>
                      <a:pt x="252" y="109"/>
                      <a:pt x="252" y="109"/>
                      <a:pt x="252" y="109"/>
                    </a:cubicBezTo>
                    <a:cubicBezTo>
                      <a:pt x="210" y="157"/>
                      <a:pt x="158" y="124"/>
                      <a:pt x="158" y="12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27"/>
              <p:cNvSpPr/>
              <p:nvPr/>
            </p:nvSpPr>
            <p:spPr>
              <a:xfrm>
                <a:off x="8252282" y="2781346"/>
                <a:ext cx="57506" cy="72233"/>
              </a:xfrm>
              <a:custGeom>
                <a:avLst/>
                <a:gdLst/>
                <a:ahLst/>
                <a:cxnLst/>
                <a:rect l="l" t="t" r="r" b="b"/>
                <a:pathLst>
                  <a:path w="63" h="78" extrusionOk="0">
                    <a:moveTo>
                      <a:pt x="63" y="0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4" y="75"/>
                      <a:pt x="8" y="71"/>
                      <a:pt x="12" y="65"/>
                    </a:cubicBezTo>
                    <a:cubicBezTo>
                      <a:pt x="12" y="65"/>
                      <a:pt x="27" y="32"/>
                      <a:pt x="30" y="27"/>
                    </a:cubicBezTo>
                    <a:cubicBezTo>
                      <a:pt x="34" y="22"/>
                      <a:pt x="61" y="1"/>
                      <a:pt x="63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27"/>
              <p:cNvSpPr/>
              <p:nvPr/>
            </p:nvSpPr>
            <p:spPr>
              <a:xfrm>
                <a:off x="8284541" y="2798878"/>
                <a:ext cx="41376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45" h="61" extrusionOk="0">
                    <a:moveTo>
                      <a:pt x="45" y="0"/>
                    </a:moveTo>
                    <a:cubicBezTo>
                      <a:pt x="43" y="1"/>
                      <a:pt x="23" y="9"/>
                      <a:pt x="19" y="12"/>
                    </a:cubicBezTo>
                    <a:cubicBezTo>
                      <a:pt x="16" y="15"/>
                      <a:pt x="4" y="49"/>
                      <a:pt x="0" y="61"/>
                    </a:cubicBezTo>
                    <a:cubicBezTo>
                      <a:pt x="5" y="57"/>
                      <a:pt x="9" y="51"/>
                      <a:pt x="12" y="41"/>
                    </a:cubicBezTo>
                    <a:cubicBezTo>
                      <a:pt x="12" y="41"/>
                      <a:pt x="20" y="20"/>
                      <a:pt x="22" y="15"/>
                    </a:cubicBezTo>
                    <a:cubicBezTo>
                      <a:pt x="24" y="11"/>
                      <a:pt x="43" y="1"/>
                      <a:pt x="45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27"/>
              <p:cNvSpPr/>
              <p:nvPr/>
            </p:nvSpPr>
            <p:spPr>
              <a:xfrm>
                <a:off x="8386930" y="2377403"/>
                <a:ext cx="563136" cy="631162"/>
              </a:xfrm>
              <a:custGeom>
                <a:avLst/>
                <a:gdLst/>
                <a:ahLst/>
                <a:cxnLst/>
                <a:rect l="l" t="t" r="r" b="b"/>
                <a:pathLst>
                  <a:path w="613" h="687" extrusionOk="0">
                    <a:moveTo>
                      <a:pt x="435" y="0"/>
                    </a:moveTo>
                    <a:cubicBezTo>
                      <a:pt x="510" y="34"/>
                      <a:pt x="613" y="580"/>
                      <a:pt x="538" y="634"/>
                    </a:cubicBezTo>
                    <a:cubicBezTo>
                      <a:pt x="464" y="687"/>
                      <a:pt x="8" y="527"/>
                      <a:pt x="8" y="527"/>
                    </a:cubicBezTo>
                    <a:cubicBezTo>
                      <a:pt x="8" y="527"/>
                      <a:pt x="0" y="425"/>
                      <a:pt x="28" y="381"/>
                    </a:cubicBezTo>
                    <a:cubicBezTo>
                      <a:pt x="367" y="429"/>
                      <a:pt x="367" y="429"/>
                      <a:pt x="367" y="429"/>
                    </a:cubicBezTo>
                    <a:cubicBezTo>
                      <a:pt x="367" y="429"/>
                      <a:pt x="345" y="303"/>
                      <a:pt x="344" y="241"/>
                    </a:cubicBezTo>
                    <a:cubicBezTo>
                      <a:pt x="346" y="114"/>
                      <a:pt x="435" y="0"/>
                      <a:pt x="4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27"/>
              <p:cNvSpPr/>
              <p:nvPr/>
            </p:nvSpPr>
            <p:spPr>
              <a:xfrm>
                <a:off x="7722808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20" y="7"/>
                    </a:moveTo>
                    <a:cubicBezTo>
                      <a:pt x="519" y="3"/>
                      <a:pt x="515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20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27"/>
              <p:cNvSpPr/>
              <p:nvPr/>
            </p:nvSpPr>
            <p:spPr>
              <a:xfrm>
                <a:off x="8154803" y="2901267"/>
                <a:ext cx="301500" cy="24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27"/>
              <p:cNvSpPr/>
              <p:nvPr/>
            </p:nvSpPr>
            <p:spPr>
              <a:xfrm>
                <a:off x="7893923" y="2920202"/>
                <a:ext cx="96778" cy="34363"/>
              </a:xfrm>
              <a:custGeom>
                <a:avLst/>
                <a:gdLst/>
                <a:ahLst/>
                <a:cxnLst/>
                <a:rect l="l" t="t" r="r" b="b"/>
                <a:pathLst>
                  <a:path w="105" h="37" extrusionOk="0">
                    <a:moveTo>
                      <a:pt x="95" y="37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30"/>
                      <a:pt x="1" y="3"/>
                      <a:pt x="33" y="1"/>
                    </a:cubicBezTo>
                    <a:cubicBezTo>
                      <a:pt x="64" y="0"/>
                      <a:pt x="105" y="7"/>
                      <a:pt x="105" y="7"/>
                    </a:cubicBezTo>
                    <a:lnTo>
                      <a:pt x="95" y="37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27"/>
              <p:cNvSpPr/>
              <p:nvPr/>
            </p:nvSpPr>
            <p:spPr>
              <a:xfrm>
                <a:off x="7710885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19" y="7"/>
                    </a:moveTo>
                    <a:cubicBezTo>
                      <a:pt x="518" y="3"/>
                      <a:pt x="514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4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19" y="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27"/>
              <p:cNvSpPr/>
              <p:nvPr/>
            </p:nvSpPr>
            <p:spPr>
              <a:xfrm>
                <a:off x="7902338" y="2748385"/>
                <a:ext cx="149463" cy="4501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27"/>
              <p:cNvSpPr/>
              <p:nvPr/>
            </p:nvSpPr>
            <p:spPr>
              <a:xfrm>
                <a:off x="7915662" y="2825528"/>
                <a:ext cx="200569" cy="164102"/>
              </a:xfrm>
              <a:custGeom>
                <a:avLst/>
                <a:gdLst/>
                <a:ahLst/>
                <a:cxnLst/>
                <a:rect l="l" t="t" r="r" b="b"/>
                <a:pathLst>
                  <a:path w="218" h="178" extrusionOk="0">
                    <a:moveTo>
                      <a:pt x="218" y="109"/>
                    </a:moveTo>
                    <a:cubicBezTo>
                      <a:pt x="214" y="126"/>
                      <a:pt x="204" y="152"/>
                      <a:pt x="183" y="160"/>
                    </a:cubicBezTo>
                    <a:cubicBezTo>
                      <a:pt x="152" y="170"/>
                      <a:pt x="66" y="178"/>
                      <a:pt x="50" y="162"/>
                    </a:cubicBezTo>
                    <a:cubicBezTo>
                      <a:pt x="34" y="146"/>
                      <a:pt x="0" y="28"/>
                      <a:pt x="0" y="28"/>
                    </a:cubicBezTo>
                    <a:cubicBezTo>
                      <a:pt x="0" y="28"/>
                      <a:pt x="23" y="21"/>
                      <a:pt x="34" y="43"/>
                    </a:cubicBezTo>
                    <a:cubicBezTo>
                      <a:pt x="44" y="65"/>
                      <a:pt x="64" y="123"/>
                      <a:pt x="64" y="12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3"/>
                      <a:pt x="69" y="0"/>
                      <a:pt x="78" y="13"/>
                    </a:cubicBezTo>
                    <a:cubicBezTo>
                      <a:pt x="87" y="26"/>
                      <a:pt x="95" y="105"/>
                      <a:pt x="95" y="105"/>
                    </a:cubicBezTo>
                    <a:cubicBezTo>
                      <a:pt x="86" y="7"/>
                      <a:pt x="86" y="7"/>
                      <a:pt x="86" y="7"/>
                    </a:cubicBezTo>
                    <a:cubicBezTo>
                      <a:pt x="86" y="7"/>
                      <a:pt x="110" y="3"/>
                      <a:pt x="114" y="28"/>
                    </a:cubicBezTo>
                    <a:cubicBezTo>
                      <a:pt x="118" y="54"/>
                      <a:pt x="127" y="113"/>
                      <a:pt x="127" y="113"/>
                    </a:cubicBezTo>
                    <a:cubicBezTo>
                      <a:pt x="121" y="44"/>
                      <a:pt x="121" y="44"/>
                      <a:pt x="121" y="44"/>
                    </a:cubicBezTo>
                    <a:cubicBezTo>
                      <a:pt x="121" y="44"/>
                      <a:pt x="143" y="44"/>
                      <a:pt x="148" y="67"/>
                    </a:cubicBezTo>
                    <a:cubicBezTo>
                      <a:pt x="151" y="85"/>
                      <a:pt x="156" y="108"/>
                      <a:pt x="156" y="108"/>
                    </a:cubicBezTo>
                    <a:lnTo>
                      <a:pt x="218" y="109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27"/>
              <p:cNvSpPr/>
              <p:nvPr/>
            </p:nvSpPr>
            <p:spPr>
              <a:xfrm>
                <a:off x="8373606" y="2021848"/>
                <a:ext cx="246854" cy="295945"/>
              </a:xfrm>
              <a:custGeom>
                <a:avLst/>
                <a:gdLst/>
                <a:ahLst/>
                <a:cxnLst/>
                <a:rect l="l" t="t" r="r" b="b"/>
                <a:pathLst>
                  <a:path w="269" h="322" extrusionOk="0">
                    <a:moveTo>
                      <a:pt x="257" y="204"/>
                    </a:moveTo>
                    <a:cubicBezTo>
                      <a:pt x="238" y="243"/>
                      <a:pt x="173" y="317"/>
                      <a:pt x="121" y="320"/>
                    </a:cubicBezTo>
                    <a:cubicBezTo>
                      <a:pt x="98" y="322"/>
                      <a:pt x="48" y="292"/>
                      <a:pt x="21" y="259"/>
                    </a:cubicBezTo>
                    <a:cubicBezTo>
                      <a:pt x="15" y="251"/>
                      <a:pt x="10" y="236"/>
                      <a:pt x="8" y="218"/>
                    </a:cubicBezTo>
                    <a:cubicBezTo>
                      <a:pt x="7" y="213"/>
                      <a:pt x="6" y="208"/>
                      <a:pt x="5" y="203"/>
                    </a:cubicBezTo>
                    <a:cubicBezTo>
                      <a:pt x="0" y="151"/>
                      <a:pt x="4" y="86"/>
                      <a:pt x="5" y="75"/>
                    </a:cubicBezTo>
                    <a:cubicBezTo>
                      <a:pt x="11" y="46"/>
                      <a:pt x="55" y="22"/>
                      <a:pt x="104" y="15"/>
                    </a:cubicBezTo>
                    <a:cubicBezTo>
                      <a:pt x="202" y="0"/>
                      <a:pt x="223" y="46"/>
                      <a:pt x="223" y="46"/>
                    </a:cubicBezTo>
                    <a:cubicBezTo>
                      <a:pt x="228" y="57"/>
                      <a:pt x="234" y="59"/>
                      <a:pt x="245" y="87"/>
                    </a:cubicBezTo>
                    <a:cubicBezTo>
                      <a:pt x="264" y="133"/>
                      <a:pt x="269" y="180"/>
                      <a:pt x="257" y="20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27"/>
              <p:cNvSpPr/>
              <p:nvPr/>
            </p:nvSpPr>
            <p:spPr>
              <a:xfrm>
                <a:off x="8516669" y="2180340"/>
                <a:ext cx="41376" cy="23142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27"/>
              <p:cNvSpPr/>
              <p:nvPr/>
            </p:nvSpPr>
            <p:spPr>
              <a:xfrm>
                <a:off x="8377813" y="2206288"/>
                <a:ext cx="25247" cy="16831"/>
              </a:xfrm>
              <a:custGeom>
                <a:avLst/>
                <a:gdLst/>
                <a:ahLst/>
                <a:cxnLst/>
                <a:rect l="l" t="t" r="r" b="b"/>
                <a:pathLst>
                  <a:path w="27" h="18" extrusionOk="0">
                    <a:moveTo>
                      <a:pt x="8" y="0"/>
                    </a:moveTo>
                    <a:cubicBezTo>
                      <a:pt x="5" y="0"/>
                      <a:pt x="3" y="1"/>
                      <a:pt x="0" y="2"/>
                    </a:cubicBezTo>
                    <a:cubicBezTo>
                      <a:pt x="1" y="7"/>
                      <a:pt x="2" y="12"/>
                      <a:pt x="3" y="17"/>
                    </a:cubicBezTo>
                    <a:cubicBezTo>
                      <a:pt x="4" y="18"/>
                      <a:pt x="6" y="18"/>
                      <a:pt x="8" y="18"/>
                    </a:cubicBezTo>
                    <a:cubicBezTo>
                      <a:pt x="8" y="18"/>
                      <a:pt x="9" y="18"/>
                      <a:pt x="9" y="18"/>
                    </a:cubicBezTo>
                    <a:cubicBezTo>
                      <a:pt x="19" y="18"/>
                      <a:pt x="27" y="10"/>
                      <a:pt x="27" y="10"/>
                    </a:cubicBezTo>
                    <a:cubicBezTo>
                      <a:pt x="27" y="10"/>
                      <a:pt x="20" y="1"/>
                      <a:pt x="9" y="0"/>
                    </a:cubicBezTo>
                    <a:cubicBezTo>
                      <a:pt x="9" y="0"/>
                      <a:pt x="8" y="0"/>
                      <a:pt x="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27"/>
              <p:cNvSpPr/>
              <p:nvPr/>
            </p:nvSpPr>
            <p:spPr>
              <a:xfrm>
                <a:off x="8404462" y="2170521"/>
                <a:ext cx="19636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1" h="43" extrusionOk="0">
                    <a:moveTo>
                      <a:pt x="19" y="20"/>
                    </a:moveTo>
                    <a:cubicBezTo>
                      <a:pt x="21" y="31"/>
                      <a:pt x="18" y="41"/>
                      <a:pt x="14" y="42"/>
                    </a:cubicBezTo>
                    <a:cubicBezTo>
                      <a:pt x="9" y="43"/>
                      <a:pt x="4" y="34"/>
                      <a:pt x="2" y="23"/>
                    </a:cubicBezTo>
                    <a:cubicBezTo>
                      <a:pt x="0" y="12"/>
                      <a:pt x="2" y="2"/>
                      <a:pt x="7" y="1"/>
                    </a:cubicBezTo>
                    <a:cubicBezTo>
                      <a:pt x="11" y="0"/>
                      <a:pt x="17" y="9"/>
                      <a:pt x="19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27"/>
              <p:cNvSpPr/>
              <p:nvPr/>
            </p:nvSpPr>
            <p:spPr>
              <a:xfrm>
                <a:off x="8472487" y="2158600"/>
                <a:ext cx="18935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0" h="43" extrusionOk="0">
                    <a:moveTo>
                      <a:pt x="18" y="20"/>
                    </a:moveTo>
                    <a:cubicBezTo>
                      <a:pt x="20" y="31"/>
                      <a:pt x="18" y="41"/>
                      <a:pt x="13" y="42"/>
                    </a:cubicBezTo>
                    <a:cubicBezTo>
                      <a:pt x="9" y="43"/>
                      <a:pt x="3" y="34"/>
                      <a:pt x="2" y="23"/>
                    </a:cubicBezTo>
                    <a:cubicBezTo>
                      <a:pt x="0" y="12"/>
                      <a:pt x="2" y="2"/>
                      <a:pt x="6" y="1"/>
                    </a:cubicBezTo>
                    <a:cubicBezTo>
                      <a:pt x="11" y="0"/>
                      <a:pt x="16" y="9"/>
                      <a:pt x="18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27"/>
              <p:cNvSpPr/>
              <p:nvPr/>
            </p:nvSpPr>
            <p:spPr>
              <a:xfrm>
                <a:off x="8465475" y="2102496"/>
                <a:ext cx="64519" cy="59610"/>
              </a:xfrm>
              <a:custGeom>
                <a:avLst/>
                <a:gdLst/>
                <a:ahLst/>
                <a:cxnLst/>
                <a:rect l="l" t="t" r="r" b="b"/>
                <a:pathLst>
                  <a:path w="70" h="65" extrusionOk="0">
                    <a:moveTo>
                      <a:pt x="0" y="51"/>
                    </a:moveTo>
                    <a:cubicBezTo>
                      <a:pt x="0" y="51"/>
                      <a:pt x="36" y="30"/>
                      <a:pt x="70" y="65"/>
                    </a:cubicBezTo>
                    <a:cubicBezTo>
                      <a:pt x="70" y="65"/>
                      <a:pt x="32" y="0"/>
                      <a:pt x="0" y="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27"/>
              <p:cNvSpPr/>
              <p:nvPr/>
            </p:nvSpPr>
            <p:spPr>
              <a:xfrm>
                <a:off x="8379917" y="2126340"/>
                <a:ext cx="44883" cy="51194"/>
              </a:xfrm>
              <a:custGeom>
                <a:avLst/>
                <a:gdLst/>
                <a:ahLst/>
                <a:cxnLst/>
                <a:rect l="l" t="t" r="r" b="b"/>
                <a:pathLst>
                  <a:path w="49" h="56" extrusionOk="0">
                    <a:moveTo>
                      <a:pt x="49" y="30"/>
                    </a:moveTo>
                    <a:cubicBezTo>
                      <a:pt x="49" y="30"/>
                      <a:pt x="16" y="24"/>
                      <a:pt x="0" y="56"/>
                    </a:cubicBezTo>
                    <a:cubicBezTo>
                      <a:pt x="0" y="56"/>
                      <a:pt x="14" y="0"/>
                      <a:pt x="49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27"/>
              <p:cNvSpPr/>
              <p:nvPr/>
            </p:nvSpPr>
            <p:spPr>
              <a:xfrm>
                <a:off x="8602227" y="2099691"/>
                <a:ext cx="70129" cy="122025"/>
              </a:xfrm>
              <a:custGeom>
                <a:avLst/>
                <a:gdLst/>
                <a:ahLst/>
                <a:cxnLst/>
                <a:rect l="l" t="t" r="r" b="b"/>
                <a:pathLst>
                  <a:path w="76" h="133" extrusionOk="0">
                    <a:moveTo>
                      <a:pt x="0" y="50"/>
                    </a:moveTo>
                    <a:cubicBezTo>
                      <a:pt x="0" y="50"/>
                      <a:pt x="7" y="8"/>
                      <a:pt x="32" y="4"/>
                    </a:cubicBezTo>
                    <a:cubicBezTo>
                      <a:pt x="58" y="0"/>
                      <a:pt x="76" y="133"/>
                      <a:pt x="6" y="92"/>
                    </a:cubicBez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27"/>
              <p:cNvSpPr/>
              <p:nvPr/>
            </p:nvSpPr>
            <p:spPr>
              <a:xfrm>
                <a:off x="8609941" y="2134054"/>
                <a:ext cx="30156" cy="30857"/>
              </a:xfrm>
              <a:custGeom>
                <a:avLst/>
                <a:gdLst/>
                <a:ahLst/>
                <a:cxnLst/>
                <a:rect l="l" t="t" r="r" b="b"/>
                <a:pathLst>
                  <a:path w="33" h="34" extrusionOk="0">
                    <a:moveTo>
                      <a:pt x="2" y="34"/>
                    </a:moveTo>
                    <a:cubicBezTo>
                      <a:pt x="3" y="34"/>
                      <a:pt x="4" y="33"/>
                      <a:pt x="4" y="32"/>
                    </a:cubicBezTo>
                    <a:cubicBezTo>
                      <a:pt x="4" y="32"/>
                      <a:pt x="4" y="22"/>
                      <a:pt x="10" y="18"/>
                    </a:cubicBezTo>
                    <a:cubicBezTo>
                      <a:pt x="12" y="17"/>
                      <a:pt x="16" y="17"/>
                      <a:pt x="20" y="19"/>
                    </a:cubicBezTo>
                    <a:cubicBezTo>
                      <a:pt x="21" y="19"/>
                      <a:pt x="22" y="19"/>
                      <a:pt x="22" y="18"/>
                    </a:cubicBezTo>
                    <a:cubicBezTo>
                      <a:pt x="22" y="17"/>
                      <a:pt x="22" y="16"/>
                      <a:pt x="21" y="16"/>
                    </a:cubicBezTo>
                    <a:cubicBezTo>
                      <a:pt x="16" y="14"/>
                      <a:pt x="12" y="14"/>
                      <a:pt x="8" y="16"/>
                    </a:cubicBezTo>
                    <a:cubicBezTo>
                      <a:pt x="7" y="16"/>
                      <a:pt x="6" y="17"/>
                      <a:pt x="6" y="18"/>
                    </a:cubicBezTo>
                    <a:cubicBezTo>
                      <a:pt x="8" y="10"/>
                      <a:pt x="13" y="4"/>
                      <a:pt x="18" y="4"/>
                    </a:cubicBezTo>
                    <a:cubicBezTo>
                      <a:pt x="21" y="3"/>
                      <a:pt x="24" y="5"/>
                      <a:pt x="27" y="8"/>
                    </a:cubicBezTo>
                    <a:cubicBezTo>
                      <a:pt x="29" y="10"/>
                      <a:pt x="30" y="13"/>
                      <a:pt x="30" y="13"/>
                    </a:cubicBezTo>
                    <a:cubicBezTo>
                      <a:pt x="31" y="13"/>
                      <a:pt x="31" y="14"/>
                      <a:pt x="32" y="13"/>
                    </a:cubicBezTo>
                    <a:cubicBezTo>
                      <a:pt x="33" y="13"/>
                      <a:pt x="33" y="12"/>
                      <a:pt x="33" y="11"/>
                    </a:cubicBezTo>
                    <a:cubicBezTo>
                      <a:pt x="33" y="11"/>
                      <a:pt x="28" y="0"/>
                      <a:pt x="18" y="1"/>
                    </a:cubicBezTo>
                    <a:cubicBezTo>
                      <a:pt x="8" y="2"/>
                      <a:pt x="0" y="16"/>
                      <a:pt x="1" y="32"/>
                    </a:cubicBezTo>
                    <a:cubicBezTo>
                      <a:pt x="1" y="33"/>
                      <a:pt x="1" y="34"/>
                      <a:pt x="2" y="34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27"/>
              <p:cNvSpPr/>
              <p:nvPr/>
            </p:nvSpPr>
            <p:spPr>
              <a:xfrm>
                <a:off x="8325918" y="1951719"/>
                <a:ext cx="323295" cy="246153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284" y="209"/>
                    </a:moveTo>
                    <a:cubicBezTo>
                      <a:pt x="284" y="209"/>
                      <a:pt x="240" y="202"/>
                      <a:pt x="234" y="166"/>
                    </a:cubicBezTo>
                    <a:cubicBezTo>
                      <a:pt x="219" y="176"/>
                      <a:pt x="149" y="190"/>
                      <a:pt x="103" y="173"/>
                    </a:cubicBezTo>
                    <a:cubicBezTo>
                      <a:pt x="113" y="185"/>
                      <a:pt x="145" y="206"/>
                      <a:pt x="145" y="206"/>
                    </a:cubicBezTo>
                    <a:cubicBezTo>
                      <a:pt x="18" y="221"/>
                      <a:pt x="0" y="135"/>
                      <a:pt x="0" y="135"/>
                    </a:cubicBezTo>
                    <a:cubicBezTo>
                      <a:pt x="0" y="135"/>
                      <a:pt x="77" y="30"/>
                      <a:pt x="170" y="18"/>
                    </a:cubicBezTo>
                    <a:cubicBezTo>
                      <a:pt x="276" y="0"/>
                      <a:pt x="276" y="51"/>
                      <a:pt x="276" y="51"/>
                    </a:cubicBezTo>
                    <a:cubicBezTo>
                      <a:pt x="276" y="51"/>
                      <a:pt x="301" y="49"/>
                      <a:pt x="326" y="68"/>
                    </a:cubicBezTo>
                    <a:cubicBezTo>
                      <a:pt x="352" y="88"/>
                      <a:pt x="323" y="169"/>
                      <a:pt x="323" y="169"/>
                    </a:cubicBezTo>
                    <a:cubicBezTo>
                      <a:pt x="323" y="169"/>
                      <a:pt x="302" y="186"/>
                      <a:pt x="302" y="206"/>
                    </a:cubicBezTo>
                    <a:cubicBezTo>
                      <a:pt x="301" y="268"/>
                      <a:pt x="301" y="268"/>
                      <a:pt x="301" y="268"/>
                    </a:cubicBezTo>
                    <a:cubicBezTo>
                      <a:pt x="301" y="268"/>
                      <a:pt x="281" y="231"/>
                      <a:pt x="284" y="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44" name="Google Shape;744;p27"/>
            <p:cNvSpPr/>
            <p:nvPr/>
          </p:nvSpPr>
          <p:spPr>
            <a:xfrm>
              <a:off x="6208623" y="3034516"/>
              <a:ext cx="200575" cy="19794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27"/>
            <p:cNvSpPr/>
            <p:nvPr/>
          </p:nvSpPr>
          <p:spPr>
            <a:xfrm>
              <a:off x="4765672" y="1863625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6" name="Google Shape;666;p27"/>
          <p:cNvSpPr txBox="1">
            <a:spLocks noGrp="1"/>
          </p:cNvSpPr>
          <p:nvPr>
            <p:ph type="ctrTitle"/>
          </p:nvPr>
        </p:nvSpPr>
        <p:spPr>
          <a:xfrm>
            <a:off x="129347" y="218827"/>
            <a:ext cx="8425666" cy="138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Marketing Campaign Analysis for a Banking Institution</a:t>
            </a:r>
            <a:endParaRPr lang="en-IN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xmlns="" id="{1DA77E7B-DD8E-E088-1CD2-85A7A15AFB14}"/>
              </a:ext>
            </a:extLst>
          </p:cNvPr>
          <p:cNvSpPr/>
          <p:nvPr/>
        </p:nvSpPr>
        <p:spPr>
          <a:xfrm>
            <a:off x="817756" y="1056205"/>
            <a:ext cx="7843023" cy="572700"/>
          </a:xfrm>
          <a:prstGeom prst="roundRect">
            <a:avLst>
              <a:gd name="adj" fmla="val 19580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DM Sans" pitchFamily="2" charset="0"/>
              </a:rPr>
              <a:t>This project evaluates the effectiveness of phone-based marketing campaigns by a Portuguese bank to increase term deposit subscriptions.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DM Sans" pitchFamily="2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B164CE7A-C993-2B57-52E6-3ACDDB8C9643}"/>
              </a:ext>
            </a:extLst>
          </p:cNvPr>
          <p:cNvSpPr/>
          <p:nvPr/>
        </p:nvSpPr>
        <p:spPr>
          <a:xfrm>
            <a:off x="817755" y="1736429"/>
            <a:ext cx="7843023" cy="572700"/>
          </a:xfrm>
          <a:prstGeom prst="roundRect">
            <a:avLst>
              <a:gd name="adj" fmla="val 19580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DM Sans" pitchFamily="2" charset="0"/>
              </a:rPr>
              <a:t>Our team’s objective is to perform data-driven analyses to evaluate campaign effectiveness.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DM Sans" pitchFamily="2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xmlns="" id="{0C90152F-D9C1-A7AC-53A9-446EAC29E950}"/>
              </a:ext>
            </a:extLst>
          </p:cNvPr>
          <p:cNvSpPr/>
          <p:nvPr/>
        </p:nvSpPr>
        <p:spPr>
          <a:xfrm>
            <a:off x="817754" y="2416653"/>
            <a:ext cx="7843023" cy="572700"/>
          </a:xfrm>
          <a:prstGeom prst="roundRect">
            <a:avLst>
              <a:gd name="adj" fmla="val 19580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DM Sans" pitchFamily="2" charset="0"/>
              </a:rPr>
              <a:t>Key tasks include data preparation, exploratory data analysis (EDA), and business intelligence dashboard creation.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DM Sans" pitchFamily="2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xmlns="" id="{370F5F62-0961-BA67-0339-386784072B4C}"/>
              </a:ext>
            </a:extLst>
          </p:cNvPr>
          <p:cNvSpPr/>
          <p:nvPr/>
        </p:nvSpPr>
        <p:spPr>
          <a:xfrm>
            <a:off x="817753" y="3815581"/>
            <a:ext cx="7843023" cy="572700"/>
          </a:xfrm>
          <a:prstGeom prst="roundRect">
            <a:avLst>
              <a:gd name="adj" fmla="val 19580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DM Sans" pitchFamily="2" charset="0"/>
              </a:rPr>
              <a:t>Insights from the study will guide actionable recommendations to enhance future campaign strategies.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DM Sans" pitchFamily="2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xmlns="" id="{635CBD10-6482-F5D0-CD8A-370AA6665CB3}"/>
              </a:ext>
            </a:extLst>
          </p:cNvPr>
          <p:cNvSpPr/>
          <p:nvPr/>
        </p:nvSpPr>
        <p:spPr>
          <a:xfrm>
            <a:off x="817754" y="3096877"/>
            <a:ext cx="7843023" cy="572700"/>
          </a:xfrm>
          <a:prstGeom prst="roundRect">
            <a:avLst>
              <a:gd name="adj" fmla="val 19580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DM Sans" pitchFamily="2" charset="0"/>
              </a:rPr>
              <a:t>The analysis aims to identify customer behavior patterns and campaign performance metrics.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DM Sans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>
          <a:extLst>
            <a:ext uri="{FF2B5EF4-FFF2-40B4-BE49-F238E27FC236}">
              <a16:creationId xmlns:a16="http://schemas.microsoft.com/office/drawing/2014/main" xmlns="" id="{ABE5FF48-7C1F-6539-DC20-FB5DD7531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30">
            <a:extLst>
              <a:ext uri="{FF2B5EF4-FFF2-40B4-BE49-F238E27FC236}">
                <a16:creationId xmlns:a16="http://schemas.microsoft.com/office/drawing/2014/main" xmlns="" id="{A575AEE6-7EF7-5E57-E053-CA2537618E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Overview Of Data</a:t>
            </a:r>
            <a:endParaRPr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xmlns="" id="{6BCEE39C-4F15-5FA8-DD62-56581EDEFDB4}"/>
              </a:ext>
            </a:extLst>
          </p:cNvPr>
          <p:cNvSpPr/>
          <p:nvPr/>
        </p:nvSpPr>
        <p:spPr>
          <a:xfrm>
            <a:off x="817756" y="1056205"/>
            <a:ext cx="7843023" cy="572700"/>
          </a:xfrm>
          <a:prstGeom prst="roundRect">
            <a:avLst>
              <a:gd name="adj" fmla="val 19580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DM Sans" pitchFamily="2" charset="0"/>
              </a:rPr>
              <a:t>Dataset Summary: Consists of [total rows] records and [total columns] attributes related to customer demographics, financial status, and campaign interactions.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DM Sans" pitchFamily="2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BF4D61B6-BC08-89A4-E48E-3C7BEC324423}"/>
              </a:ext>
            </a:extLst>
          </p:cNvPr>
          <p:cNvSpPr/>
          <p:nvPr/>
        </p:nvSpPr>
        <p:spPr>
          <a:xfrm>
            <a:off x="817755" y="1736429"/>
            <a:ext cx="7843023" cy="572700"/>
          </a:xfrm>
          <a:prstGeom prst="roundRect">
            <a:avLst>
              <a:gd name="adj" fmla="val 19580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DM Sans" pitchFamily="2" charset="0"/>
              </a:rPr>
              <a:t>Data Types: Includes both categorical variables (e.g., job, marital, education) and numerical variables (e.g., age, balance, duration).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DM Sans" pitchFamily="2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xmlns="" id="{1F54E7E0-ADB9-1649-11A4-B80F8FFD31F9}"/>
              </a:ext>
            </a:extLst>
          </p:cNvPr>
          <p:cNvSpPr/>
          <p:nvPr/>
        </p:nvSpPr>
        <p:spPr>
          <a:xfrm>
            <a:off x="817754" y="2416653"/>
            <a:ext cx="7843023" cy="572700"/>
          </a:xfrm>
          <a:prstGeom prst="roundRect">
            <a:avLst>
              <a:gd name="adj" fmla="val 19580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DM Sans" pitchFamily="2" charset="0"/>
              </a:rPr>
              <a:t>Missing Values and Duplicates: Certain columns contain missing or unknown values that need handling and there is no any duplicate.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DM Sans" pitchFamily="2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xmlns="" id="{4EEC81C9-0305-3431-BA74-F0F5D68C5A05}"/>
              </a:ext>
            </a:extLst>
          </p:cNvPr>
          <p:cNvSpPr/>
          <p:nvPr/>
        </p:nvSpPr>
        <p:spPr>
          <a:xfrm>
            <a:off x="817753" y="3815581"/>
            <a:ext cx="7843023" cy="572700"/>
          </a:xfrm>
          <a:prstGeom prst="roundRect">
            <a:avLst>
              <a:gd name="adj" fmla="val 19580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DM Sans" pitchFamily="2" charset="0"/>
              </a:rPr>
              <a:t>Data Preparation Focus: Addressing missing values, encoding categorical variables, and ensuring data quality for analysis.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DM Sans" pitchFamily="2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xmlns="" id="{C760A3F6-EA9B-E800-C933-4E3702BEF6E2}"/>
              </a:ext>
            </a:extLst>
          </p:cNvPr>
          <p:cNvSpPr/>
          <p:nvPr/>
        </p:nvSpPr>
        <p:spPr>
          <a:xfrm>
            <a:off x="817754" y="3096877"/>
            <a:ext cx="7843023" cy="572700"/>
          </a:xfrm>
          <a:prstGeom prst="roundRect">
            <a:avLst>
              <a:gd name="adj" fmla="val 19580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DM Sans" pitchFamily="2" charset="0"/>
              </a:rPr>
              <a:t>Target Variable: y (binary) indicates whether the customer subscribed to a term deposit.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19029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32"/>
          <p:cNvSpPr txBox="1">
            <a:spLocks noGrp="1"/>
          </p:cNvSpPr>
          <p:nvPr>
            <p:ph type="title"/>
          </p:nvPr>
        </p:nvSpPr>
        <p:spPr>
          <a:xfrm>
            <a:off x="720000" y="318645"/>
            <a:ext cx="3502595" cy="5808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Preparation</a:t>
            </a:r>
          </a:p>
        </p:txBody>
      </p:sp>
      <p:sp>
        <p:nvSpPr>
          <p:cNvPr id="885" name="Google Shape;885;p32"/>
          <p:cNvSpPr txBox="1">
            <a:spLocks noGrp="1"/>
          </p:cNvSpPr>
          <p:nvPr>
            <p:ph type="subTitle" idx="1"/>
          </p:nvPr>
        </p:nvSpPr>
        <p:spPr>
          <a:xfrm>
            <a:off x="720000" y="1212181"/>
            <a:ext cx="4360200" cy="29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cleaning stepsa are mentioned below.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</a:pPr>
            <a:r>
              <a:rPr lang="en-IN" dirty="0"/>
              <a:t>Import Required Libraries: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</a:pPr>
            <a:r>
              <a:rPr lang="en-IN" dirty="0"/>
              <a:t>Load the Dataset: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</a:pPr>
            <a:r>
              <a:rPr lang="en-IN" dirty="0"/>
              <a:t>Inspect the Dataset: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</a:pPr>
            <a:r>
              <a:rPr lang="en-IN" dirty="0"/>
              <a:t>Handle Missing Values: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</a:pPr>
            <a:r>
              <a:rPr lang="en-IN" dirty="0"/>
              <a:t>Remove Duplicates: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</a:pPr>
            <a:r>
              <a:rPr lang="en-IN" dirty="0"/>
              <a:t>Handle Categorical Variables: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</a:pPr>
            <a:r>
              <a:rPr lang="en-US" dirty="0"/>
              <a:t>Save the Cleaned Dataset: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</a:pPr>
            <a:r>
              <a:rPr lang="en-US" dirty="0"/>
              <a:t>Verify the Cleaned Data:</a:t>
            </a: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" name="Picture 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xmlns="" id="{ABD5ED25-DC8C-50E6-73A8-60A745F655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1891"/>
          <a:stretch/>
        </p:blipFill>
        <p:spPr bwMode="auto">
          <a:xfrm>
            <a:off x="4386912" y="788817"/>
            <a:ext cx="2327275" cy="51879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 xmlns=""/>
            </a:ext>
          </a:extLst>
        </p:spPr>
      </p:pic>
      <p:pic>
        <p:nvPicPr>
          <p:cNvPr id="6" name="Picture 5" descr="A white rectangle with red and blue text&#10;&#10;Description automatically generated">
            <a:extLst>
              <a:ext uri="{FF2B5EF4-FFF2-40B4-BE49-F238E27FC236}">
                <a16:creationId xmlns:a16="http://schemas.microsoft.com/office/drawing/2014/main" xmlns="" id="{67BFBFD7-6501-106B-E23A-70CE85DD387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7681"/>
          <a:stretch/>
        </p:blipFill>
        <p:spPr bwMode="auto">
          <a:xfrm>
            <a:off x="4386912" y="1352798"/>
            <a:ext cx="2653225" cy="34938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 xmlns=""/>
            </a:ext>
          </a:extLst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xmlns="" id="{578FBC21-B99C-984C-6CC4-4AEFD95D672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" r="68720" b="63005"/>
          <a:stretch/>
        </p:blipFill>
        <p:spPr bwMode="auto">
          <a:xfrm>
            <a:off x="4405128" y="1727286"/>
            <a:ext cx="1308396" cy="48931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 xmlns=""/>
            </a:ext>
          </a:extLst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xmlns="" id="{816F727A-94D7-24E5-2D83-D8AD3D06856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44565" b="86961"/>
          <a:stretch/>
        </p:blipFill>
        <p:spPr>
          <a:xfrm>
            <a:off x="5849645" y="1746681"/>
            <a:ext cx="2234922" cy="489317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xmlns="" id="{6E70792B-A271-8C08-5319-6AA11DCBC13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83886" r="47024"/>
          <a:stretch/>
        </p:blipFill>
        <p:spPr>
          <a:xfrm>
            <a:off x="4386912" y="2280492"/>
            <a:ext cx="2031973" cy="575324"/>
          </a:xfrm>
          <a:prstGeom prst="rect">
            <a:avLst/>
          </a:prstGeom>
        </p:spPr>
      </p:pic>
      <p:pic>
        <p:nvPicPr>
          <p:cNvPr id="10" name="Picture 9" descr="A close-up of a white rectangular object&#10;&#10;Description automatically generated">
            <a:extLst>
              <a:ext uri="{FF2B5EF4-FFF2-40B4-BE49-F238E27FC236}">
                <a16:creationId xmlns:a16="http://schemas.microsoft.com/office/drawing/2014/main" xmlns="" id="{E60D465E-0C00-12E5-99C5-D18D980A21A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920" r="24825"/>
          <a:stretch/>
        </p:blipFill>
        <p:spPr bwMode="auto">
          <a:xfrm>
            <a:off x="6490010" y="2280492"/>
            <a:ext cx="2653990" cy="59890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 xmlns=""/>
            </a:ext>
          </a:extLst>
        </p:spPr>
      </p:pic>
      <p:pic>
        <p:nvPicPr>
          <p:cNvPr id="11" name="Picture 10" descr="A close-up of a white card&#10;&#10;Description automatically generated">
            <a:extLst>
              <a:ext uri="{FF2B5EF4-FFF2-40B4-BE49-F238E27FC236}">
                <a16:creationId xmlns:a16="http://schemas.microsoft.com/office/drawing/2014/main" xmlns="" id="{A70FD9A8-E695-29FF-D47A-8FE9EF5448C6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21893"/>
          <a:stretch/>
        </p:blipFill>
        <p:spPr bwMode="auto">
          <a:xfrm>
            <a:off x="4382174" y="2837334"/>
            <a:ext cx="3350895" cy="4705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 xmlns=""/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4574892F-A1A5-22C4-0322-F1D470B1C027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-1" r="29269" b="-3806"/>
          <a:stretch/>
        </p:blipFill>
        <p:spPr bwMode="auto">
          <a:xfrm>
            <a:off x="4382174" y="3361121"/>
            <a:ext cx="3044538" cy="32331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 xmlns=""/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8EE0CC8C-FD51-EB78-1D54-D1B2475B1F56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20273"/>
          <a:stretch/>
        </p:blipFill>
        <p:spPr bwMode="auto">
          <a:xfrm>
            <a:off x="4382174" y="3737687"/>
            <a:ext cx="3797510" cy="5367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 xmlns=""/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>
          <a:extLst>
            <a:ext uri="{FF2B5EF4-FFF2-40B4-BE49-F238E27FC236}">
              <a16:creationId xmlns:a16="http://schemas.microsoft.com/office/drawing/2014/main" xmlns="" id="{1E05A70B-4B9C-314D-28BE-3A41C3CC4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32">
            <a:extLst>
              <a:ext uri="{FF2B5EF4-FFF2-40B4-BE49-F238E27FC236}">
                <a16:creationId xmlns:a16="http://schemas.microsoft.com/office/drawing/2014/main" xmlns="" id="{CB624DB4-0ED8-A5A6-38EC-95989ECD95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67328"/>
            <a:ext cx="6201190" cy="5808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Exploratory Data Analysis (EDA)</a:t>
            </a:r>
          </a:p>
        </p:txBody>
      </p:sp>
      <p:sp>
        <p:nvSpPr>
          <p:cNvPr id="885" name="Google Shape;885;p32">
            <a:extLst>
              <a:ext uri="{FF2B5EF4-FFF2-40B4-BE49-F238E27FC236}">
                <a16:creationId xmlns:a16="http://schemas.microsoft.com/office/drawing/2014/main" xmlns="" id="{5BC3EB35-C883-AB99-D821-5A62A13DF75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61249" y="1412902"/>
            <a:ext cx="6922302" cy="29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Through EDA we uncover trends, relationships, and anomalies in dataset which can inform further analysis and decision-making. This are;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AutoNum type="arabicPeriod"/>
            </a:pPr>
            <a:r>
              <a:rPr lang="en-US" dirty="0"/>
              <a:t>Age distribution. The dataset includes a wide age range of 30sto 60s. this could indicate a mature target market for financial products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AutoNum type="arabicPeriod"/>
            </a:pPr>
            <a:r>
              <a:rPr lang="en-US" dirty="0"/>
              <a:t>2. Job roles. The distribution of Job roles indicates that the bank may need to tailor its marketing strategies for different professional backgrounds.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AutoNum type="arabicPeriod"/>
            </a:pPr>
            <a:r>
              <a:rPr lang="en-US" dirty="0"/>
              <a:t>Other factors to consider include marital status, educational levels, financial health, loan and housing status, contact method effectiveness, campaign performance, and outcome analysis.</a:t>
            </a: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xmlns="" val="838723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>
          <a:extLst>
            <a:ext uri="{FF2B5EF4-FFF2-40B4-BE49-F238E27FC236}">
              <a16:creationId xmlns:a16="http://schemas.microsoft.com/office/drawing/2014/main" xmlns="" id="{302D925A-69B2-6F08-4C39-C15500CB2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32">
            <a:extLst>
              <a:ext uri="{FF2B5EF4-FFF2-40B4-BE49-F238E27FC236}">
                <a16:creationId xmlns:a16="http://schemas.microsoft.com/office/drawing/2014/main" xmlns="" id="{7B01A8A1-1A4B-7AEE-6F2E-763EC3F67D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18645"/>
            <a:ext cx="5970732" cy="5808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Visualization </a:t>
            </a:r>
            <a:r>
              <a:rPr lang="en-US" sz="1600" dirty="0"/>
              <a:t>(Age Distribution by Subscription)</a:t>
            </a:r>
          </a:p>
        </p:txBody>
      </p:sp>
      <p:sp>
        <p:nvSpPr>
          <p:cNvPr id="885" name="Google Shape;885;p32">
            <a:extLst>
              <a:ext uri="{FF2B5EF4-FFF2-40B4-BE49-F238E27FC236}">
                <a16:creationId xmlns:a16="http://schemas.microsoft.com/office/drawing/2014/main" xmlns="" id="{F1B889D9-0238-2117-8105-6C1373E6F7C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85221" y="1050337"/>
            <a:ext cx="4307187" cy="30533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Age distribution by subscription" refers to analyzing the spread of different age groups within subscribed and unsubscribed customer segments. 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This helps identify which age groups are more likely to subscribe to a service or product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For example: A histogram or density plot can show the count of subscribers and non-subscribers across age ranges.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Visual tools (like histograms with "Subscribed" and "Not Subscribed" categories) make it easy to compare age-based trends in subscription data.</a:t>
            </a:r>
            <a:endParaRPr lang="en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xmlns="" id="{3FAB7115-6F02-7B90-7942-B5D9E1D439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48765" y="2185388"/>
            <a:ext cx="3810014" cy="24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70AB4B6-73F9-68E9-0E4C-48F93E0354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087" b="9855"/>
          <a:stretch/>
        </p:blipFill>
        <p:spPr>
          <a:xfrm>
            <a:off x="4692408" y="1050337"/>
            <a:ext cx="4451592" cy="942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87954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>
          <a:extLst>
            <a:ext uri="{FF2B5EF4-FFF2-40B4-BE49-F238E27FC236}">
              <a16:creationId xmlns:a16="http://schemas.microsoft.com/office/drawing/2014/main" xmlns="" id="{F71BE3EB-E44C-07A1-4E60-E5323CDBE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32">
            <a:extLst>
              <a:ext uri="{FF2B5EF4-FFF2-40B4-BE49-F238E27FC236}">
                <a16:creationId xmlns:a16="http://schemas.microsoft.com/office/drawing/2014/main" xmlns="" id="{8E61BDEF-EB85-D2F5-09C1-A3B2EA9BE7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2447" y="235377"/>
            <a:ext cx="5725405" cy="5808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Visualization </a:t>
            </a:r>
            <a:r>
              <a:rPr lang="en-US" sz="1600" dirty="0"/>
              <a:t>(Job Type by Subscription)</a:t>
            </a:r>
          </a:p>
        </p:txBody>
      </p:sp>
      <p:sp>
        <p:nvSpPr>
          <p:cNvPr id="885" name="Google Shape;885;p32">
            <a:extLst>
              <a:ext uri="{FF2B5EF4-FFF2-40B4-BE49-F238E27FC236}">
                <a16:creationId xmlns:a16="http://schemas.microsoft.com/office/drawing/2014/main" xmlns="" id="{40C09F96-6721-4E81-020F-D4FC1858BE4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94732" y="1057771"/>
            <a:ext cx="3565752" cy="29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Job type by subscription status examines how employment type (e.g., student, employed, retired) influences likelihood of subscribing to products.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This bar chart shows the distribution of subscription status by job type. The x-axis represents various job types (like management, technician, entrepreneur, etc.), while the y-axis shows the count of people in each job type.</a:t>
            </a:r>
            <a:endParaRPr lang="en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xmlns="" id="{4C37397C-04A5-6395-E63F-ECAF42B27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99093" y="2326233"/>
            <a:ext cx="4057518" cy="244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2B7A1BF-313A-27B4-4D8F-1012BBF28E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8753" y="1057771"/>
            <a:ext cx="5005247" cy="116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28461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>
          <a:extLst>
            <a:ext uri="{FF2B5EF4-FFF2-40B4-BE49-F238E27FC236}">
              <a16:creationId xmlns:a16="http://schemas.microsoft.com/office/drawing/2014/main" xmlns="" id="{024613C5-1E11-6359-C255-97AC36D22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32">
            <a:extLst>
              <a:ext uri="{FF2B5EF4-FFF2-40B4-BE49-F238E27FC236}">
                <a16:creationId xmlns:a16="http://schemas.microsoft.com/office/drawing/2014/main" xmlns="" id="{224C878F-1E34-6ABD-FBDD-05A47974A0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5658" y="114205"/>
            <a:ext cx="6781054" cy="5808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Visualization</a:t>
            </a:r>
            <a:r>
              <a:rPr lang="en-US" sz="1600" dirty="0"/>
              <a:t> (Education by Subscription) and Heatmap</a:t>
            </a:r>
          </a:p>
        </p:txBody>
      </p:sp>
      <p:sp>
        <p:nvSpPr>
          <p:cNvPr id="885" name="Google Shape;885;p32">
            <a:extLst>
              <a:ext uri="{FF2B5EF4-FFF2-40B4-BE49-F238E27FC236}">
                <a16:creationId xmlns:a16="http://schemas.microsoft.com/office/drawing/2014/main" xmlns="" id="{864A601A-E67F-0F31-B037-842B6E8A408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84273" y="955185"/>
            <a:ext cx="3294439" cy="11650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Education by Subscription: This chart shows the relationship between educational levels and the likelihood of subscription to term deposits, illustrating patterns in customer demographics.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72C8233B-9967-2856-355A-029F6C5AC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65290" y="703256"/>
            <a:ext cx="2218518" cy="2098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xmlns="" id="{9746E179-DA18-AE85-DBF8-6CCA6A7F53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60655" y="2810107"/>
            <a:ext cx="2044529" cy="2185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xmlns="" id="{E52192C1-EF80-D510-CD82-FEE19756B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489252" y="2810107"/>
            <a:ext cx="2044529" cy="2219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93A92EB-E0C2-D2DF-7030-1D452EE1F938}"/>
              </a:ext>
            </a:extLst>
          </p:cNvPr>
          <p:cNvSpPr txBox="1"/>
          <p:nvPr/>
        </p:nvSpPr>
        <p:spPr>
          <a:xfrm>
            <a:off x="3043300" y="2928125"/>
            <a:ext cx="3207835" cy="1320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389EB"/>
              </a:buClr>
              <a:buSzPts val="1600"/>
              <a:buFont typeface="Nunito Light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334157"/>
                </a:solidFill>
                <a:effectLst/>
                <a:uLnTx/>
                <a:uFillTx/>
                <a:latin typeface="DM Sans"/>
                <a:sym typeface="DM Sans"/>
              </a:rPr>
              <a:t>Heatmap:A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4157"/>
                </a:solidFill>
                <a:effectLst/>
                <a:uLnTx/>
                <a:uFillTx/>
                <a:latin typeface="DM Sans"/>
                <a:sym typeface="DM Sans"/>
              </a:rPr>
              <a:t> graphical representation using colors to display correlation values between variables, helping identify relationships and trends within the data.</a:t>
            </a:r>
            <a:endParaRPr kumimoji="0" lang="en" sz="1400" b="0" i="0" u="none" strike="noStrike" kern="0" cap="none" spc="0" normalizeH="0" baseline="0" noProof="0" dirty="0">
              <a:ln>
                <a:noFill/>
              </a:ln>
              <a:solidFill>
                <a:srgbClr val="334157"/>
              </a:solidFill>
              <a:effectLst/>
              <a:uLnTx/>
              <a:uFillTx/>
              <a:latin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90792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>
          <a:extLst>
            <a:ext uri="{FF2B5EF4-FFF2-40B4-BE49-F238E27FC236}">
              <a16:creationId xmlns:a16="http://schemas.microsoft.com/office/drawing/2014/main" xmlns="" id="{2230C3C4-3930-3BD3-5B9F-42C545D1B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32">
            <a:extLst>
              <a:ext uri="{FF2B5EF4-FFF2-40B4-BE49-F238E27FC236}">
                <a16:creationId xmlns:a16="http://schemas.microsoft.com/office/drawing/2014/main" xmlns="" id="{30D32E83-89FC-1F2C-FC6A-6D32E2ECE1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18645"/>
            <a:ext cx="5725405" cy="5808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Tableau Dashboard</a:t>
            </a:r>
          </a:p>
        </p:txBody>
      </p:sp>
      <p:sp>
        <p:nvSpPr>
          <p:cNvPr id="885" name="Google Shape;885;p32">
            <a:extLst>
              <a:ext uri="{FF2B5EF4-FFF2-40B4-BE49-F238E27FC236}">
                <a16:creationId xmlns:a16="http://schemas.microsoft.com/office/drawing/2014/main" xmlns="" id="{88899849-EE8C-00DB-F2B7-16C0631A71F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59583" y="1099292"/>
            <a:ext cx="2347168" cy="32596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200" dirty="0"/>
              <a:t>The dashboard highlights key insights into customer demographics, subscription rates, and campaign performance.</a:t>
            </a:r>
          </a:p>
          <a:p>
            <a:pPr marL="171450" lvl="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200" dirty="0"/>
              <a:t>It shows that job type and age influence subscription rates, with students and retirees showing higher interest.</a:t>
            </a:r>
          </a:p>
          <a:p>
            <a:pPr marL="171450" lvl="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200" dirty="0"/>
              <a:t>Longer call durations correlate with higher subscription success.</a:t>
            </a:r>
          </a:p>
          <a:p>
            <a:pPr marL="171450" lvl="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200" dirty="0"/>
              <a:t>The filters allow for targeted analysis of customer segments.</a:t>
            </a:r>
            <a:endParaRPr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D8FA6579-E81E-6E21-C547-0936D3640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6751" y="993510"/>
            <a:ext cx="5858107" cy="315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9038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4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/>
              <a:t>Recommendations for Marketing Strategy</a:t>
            </a:r>
            <a:endParaRPr sz="2800" dirty="0"/>
          </a:p>
        </p:txBody>
      </p:sp>
      <p:sp>
        <p:nvSpPr>
          <p:cNvPr id="1284" name="Google Shape;1284;p43"/>
          <p:cNvSpPr txBox="1"/>
          <p:nvPr/>
        </p:nvSpPr>
        <p:spPr>
          <a:xfrm>
            <a:off x="726725" y="1299700"/>
            <a:ext cx="7704000" cy="38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Focus on demographics with higher subscription rates, such as students and retirees.</a:t>
            </a: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Since longer call durations seem to result in more subscriptions, train agents to engage meaningfully during calls and address customer concerns thoroughly to increase conversion.</a:t>
            </a: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Create customized campaigns for different job categories. For instance, blue-collar and management positions might respond better to different messaging or offers based on their unique profiles.</a:t>
            </a: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Age groups show distinct subscription trends, so age-targeted marketing could be effective. Younger groups might prefer digital channels, while older segments might respond better to personalized calls.</a:t>
            </a: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Use the insights on successful campaign metrics to determine ideal follow-up frequency and timing, focusing efforts on the most receptive segments.</a:t>
            </a:r>
          </a:p>
          <a:p>
            <a:pPr lvl="0">
              <a:lnSpc>
                <a:spcPct val="115000"/>
              </a:lnSpc>
            </a:pPr>
            <a:endParaRPr lang="en-US" dirty="0">
              <a:latin typeface="DM Sans" pitchFamily="2" charset="0"/>
            </a:endParaRPr>
          </a:p>
          <a:p>
            <a:pPr lvl="0">
              <a:lnSpc>
                <a:spcPct val="115000"/>
              </a:lnSpc>
            </a:pPr>
            <a:endParaRPr lang="en-US" dirty="0">
              <a:latin typeface="DM Sans" pitchFamily="2" charset="0"/>
            </a:endParaRPr>
          </a:p>
          <a:p>
            <a:pPr lvl="0">
              <a:lnSpc>
                <a:spcPct val="115000"/>
              </a:lnSpc>
            </a:pPr>
            <a:endParaRPr lang="en-US" dirty="0">
              <a:latin typeface="DM Sans" pitchFamily="2" charset="0"/>
            </a:endParaRPr>
          </a:p>
          <a:p>
            <a:pPr lvl="0">
              <a:lnSpc>
                <a:spcPct val="115000"/>
              </a:lnSpc>
            </a:pPr>
            <a:r>
              <a:rPr lang="en-US" dirty="0">
                <a:latin typeface="DM Sans" pitchFamily="2" charset="0"/>
              </a:rPr>
              <a:t> </a:t>
            </a:r>
            <a:endParaRPr dirty="0">
              <a:solidFill>
                <a:schemeClr val="dk1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tistics and Data Analysis - 6th Grade by Slidesgo">
  <a:themeElements>
    <a:clrScheme name="Simple Light">
      <a:dk1>
        <a:srgbClr val="334157"/>
      </a:dk1>
      <a:lt1>
        <a:srgbClr val="4C69B2"/>
      </a:lt1>
      <a:dk2>
        <a:srgbClr val="FDFDFD"/>
      </a:dk2>
      <a:lt2>
        <a:srgbClr val="6389EB"/>
      </a:lt2>
      <a:accent1>
        <a:srgbClr val="CBDDFA"/>
      </a:accent1>
      <a:accent2>
        <a:srgbClr val="FF4949"/>
      </a:accent2>
      <a:accent3>
        <a:srgbClr val="FF7A78"/>
      </a:accent3>
      <a:accent4>
        <a:srgbClr val="FF9D35"/>
      </a:accent4>
      <a:accent5>
        <a:srgbClr val="FFC53A"/>
      </a:accent5>
      <a:accent6>
        <a:srgbClr val="EBEBEB"/>
      </a:accent6>
      <a:hlink>
        <a:srgbClr val="33415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1622</TotalTime>
  <Words>748</Words>
  <Application>Microsoft Office PowerPoint</Application>
  <PresentationFormat>On-screen Show (16:9)</PresentationFormat>
  <Paragraphs>54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Baloo 2 ExtraBold</vt:lpstr>
      <vt:lpstr>DM Sans</vt:lpstr>
      <vt:lpstr>Wingdings</vt:lpstr>
      <vt:lpstr>Nunito Light</vt:lpstr>
      <vt:lpstr>Statistics and Data Analysis - 6th Grade by Slidesgo</vt:lpstr>
      <vt:lpstr>Marketing Campaign Analysis for a Banking Institution</vt:lpstr>
      <vt:lpstr>Introduction</vt:lpstr>
      <vt:lpstr>Overview Of Data</vt:lpstr>
      <vt:lpstr>Data Preparation</vt:lpstr>
      <vt:lpstr>Exploratory Data Analysis (EDA)</vt:lpstr>
      <vt:lpstr>Visualization (Age Distribution by Subscription)</vt:lpstr>
      <vt:lpstr>Visualization (Job Type by Subscription)</vt:lpstr>
      <vt:lpstr>Visualization (Education by Subscription) and Heatmap</vt:lpstr>
      <vt:lpstr>Tableau Dashboard</vt:lpstr>
      <vt:lpstr>Recommendations for Marketing Strategy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Campaign Analysis for a Banking Institution</dc:title>
  <dc:creator>Henil Savani</dc:creator>
  <cp:lastModifiedBy>Henil Savani</cp:lastModifiedBy>
  <cp:revision>14</cp:revision>
  <dcterms:modified xsi:type="dcterms:W3CDTF">2026-06-11T13:22:28Z</dcterms:modified>
</cp:coreProperties>
</file>